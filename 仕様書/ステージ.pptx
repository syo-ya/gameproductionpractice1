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81F664-8A07-4491-9D29-D2428328E2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5728596-5DA0-43B1-BE71-A9BA5F8FD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24571C-28A8-45A5-A706-193EB86ABE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5EF373-2179-47AB-BD60-D45E016B3381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B50703-2424-4BC1-A868-DBF8219C8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7A100B-D4F0-42F0-B9C3-CB78B8DF7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FE23C6-264C-432F-9BE3-DE37DF6CF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0420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1A58DC-5373-4139-AEC0-16343C4D7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328FC9-6C10-4DAF-94B2-07551AD3A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B7E1B2-B5FF-4A19-8321-FE2BC568BB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5EF373-2179-47AB-BD60-D45E016B3381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3EEE26-EDA8-4948-BC2E-B63E82F0C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0B1500-A5E8-4820-9981-7E220CDB3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FE23C6-264C-432F-9BE3-DE37DF6CF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457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50BEBB-71A5-482D-BF13-A9EC87213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04AC53-82E4-412C-8894-56F7DD0FE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00E1BB-C212-42BA-B7AA-3933F26BAF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5EF373-2179-47AB-BD60-D45E016B3381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C6878E-67E3-4300-A129-DB05CD030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3126E0-F40F-4AF2-89D1-2B978C060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FE23C6-264C-432F-9BE3-DE37DF6CF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445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5C95A2-B051-4B54-9998-F40468788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EF2EDF-AC6B-474E-8BB5-36832FFB3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BFF195-0C4B-4961-A2C3-BDDE7A87D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A7303C1-FCF0-4FBE-B0AF-37919A5082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5EF373-2179-47AB-BD60-D45E016B3381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55D9DD5-CA97-484D-8825-5DAB38A87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3233878-C66D-4DF2-B096-597AB970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FE23C6-264C-432F-9BE3-DE37DF6CF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8248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91A5BC-9ADE-4D25-9372-B1BFE8AA3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177085-8222-4C9B-8D72-1C656E58E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2E0AF63-AEF8-4357-922B-E9139F409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F904681-2134-40FA-B7BF-CAB1194621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2977BCF-09EF-42A7-ABC3-EA39BE61DC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97800D8-F116-4F17-A1DA-BC7C99501E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5EF373-2179-47AB-BD60-D45E016B3381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E60FD32-C655-4361-8B68-083D1177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B170F8F-20EE-46D7-8341-B2F8A9C78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FE23C6-264C-432F-9BE3-DE37DF6CF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9221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8F8BFD-C1C9-44B4-AD29-8AD5CAC5F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6815376-4B79-499D-8D22-0CA7449F0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5EF373-2179-47AB-BD60-D45E016B3381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55270BA-06A0-44FB-9BDB-19F486975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80D98E6-0FC5-488B-9849-F3F24F6EA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FE23C6-264C-432F-9BE3-DE37DF6CF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6731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83CEE67-2BD6-4A7A-BBBA-63F35BA0B3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5EF373-2179-47AB-BD60-D45E016B3381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EE2E780-0356-4926-A9C0-40B3E31A7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0F336CC-5FAE-4EB9-B532-E05E9F8C7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FE23C6-264C-432F-9BE3-DE37DF6CF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4423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2BAE5F-39F3-4BA8-BCFA-455D8A653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02AF29-0190-4FCA-A242-5D8C3E7B1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B5897E8-EE89-44E5-A443-F4163B572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42EB4E-63E8-4D7F-ABD9-69C7E5F7C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5EF373-2179-47AB-BD60-D45E016B3381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EF36F0-3600-46F8-8C93-60AA4B9EF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ECEE30-024E-4A78-A90A-1CCDF0617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FE23C6-264C-432F-9BE3-DE37DF6CF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337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CDD1F9-BB00-45F3-AEE8-FC71D1B89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78D1AF3-823F-4B7F-8456-E90B77CF2F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3F6E0ED-7E69-44F9-AC39-90244B52D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9464854-5E9F-4685-88F7-8BE0CB4BD5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5EF373-2179-47AB-BD60-D45E016B3381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657889B-2467-4AF6-A5BE-6221FD8CF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D169D01-31F4-4D27-805E-7C574F8E9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FE23C6-264C-432F-9BE3-DE37DF6CF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3356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1DE5CE-006F-4463-9E04-6AEA3E621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FF1FBE1-BE9C-43C7-869E-B6EE82C58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40019C-9C57-4C0C-9465-A09E64A101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5EF373-2179-47AB-BD60-D45E016B3381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0F9021-4896-461D-83EE-35719501D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E427C0-2BD5-4AE7-8122-8E514F9BE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FE23C6-264C-432F-9BE3-DE37DF6CF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246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8F1BC24-AACA-4B8C-A0B7-ED7DBBEFA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FCF7DDF-57DF-4249-BF54-4218C6B18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569463-4434-41EA-8635-8903D64B4A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5EF373-2179-47AB-BD60-D45E016B3381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2CA894-6E4D-42B8-82C9-D2C28DEF4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E6ECFC-CE8E-468C-930F-0FE7B21CB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FE23C6-264C-432F-9BE3-DE37DF6CF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6249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9419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EBE6C57-EAA7-4AD0-BDA0-44F64B667EB4}"/>
              </a:ext>
            </a:extLst>
          </p:cNvPr>
          <p:cNvSpPr txBox="1"/>
          <p:nvPr/>
        </p:nvSpPr>
        <p:spPr>
          <a:xfrm>
            <a:off x="1290917" y="1866288"/>
            <a:ext cx="96101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/>
              <a:t>上スクロール</a:t>
            </a:r>
            <a:endParaRPr lang="en-US" altLang="ja-JP" sz="3600" dirty="0"/>
          </a:p>
          <a:p>
            <a:endParaRPr lang="en-US" altLang="ja-JP" sz="3600" dirty="0"/>
          </a:p>
          <a:p>
            <a:r>
              <a:rPr lang="ja-JP" altLang="en-US" sz="3600" dirty="0"/>
              <a:t>プレイヤー、敵、弾、ブロック、旗が存在している</a:t>
            </a:r>
            <a:endParaRPr lang="en-US" altLang="ja-JP" sz="3600" dirty="0"/>
          </a:p>
          <a:p>
            <a:endParaRPr lang="en-US" altLang="ja-JP" sz="3600" dirty="0"/>
          </a:p>
          <a:p>
            <a:r>
              <a:rPr kumimoji="1" lang="ja-JP" altLang="en-US" sz="3600" dirty="0"/>
              <a:t>旗を取るとゲームクリア</a:t>
            </a:r>
            <a:endParaRPr kumimoji="1" lang="en-US" altLang="ja-JP" sz="3600" dirty="0"/>
          </a:p>
          <a:p>
            <a:endParaRPr kumimoji="1" lang="en-US" altLang="ja-JP" sz="3600" dirty="0"/>
          </a:p>
          <a:p>
            <a:r>
              <a:rPr kumimoji="1" lang="ja-JP" altLang="en-US" sz="3600" dirty="0"/>
              <a:t>画面の端</a:t>
            </a:r>
            <a:r>
              <a:rPr kumimoji="1" lang="ja-JP" altLang="en-US" sz="3600"/>
              <a:t>に何ｍ登ったか等</a:t>
            </a:r>
            <a:r>
              <a:rPr kumimoji="1" lang="ja-JP" altLang="en-US" sz="3600" dirty="0"/>
              <a:t>のスコアを表示</a:t>
            </a:r>
            <a:endParaRPr kumimoji="1" lang="en-US" altLang="ja-JP" sz="3600" dirty="0"/>
          </a:p>
        </p:txBody>
      </p:sp>
      <p:sp>
        <p:nvSpPr>
          <p:cNvPr id="3" name="平行四辺形 2">
            <a:extLst>
              <a:ext uri="{FF2B5EF4-FFF2-40B4-BE49-F238E27FC236}">
                <a16:creationId xmlns:a16="http://schemas.microsoft.com/office/drawing/2014/main" id="{F374931E-C026-4057-8565-4ED8D2D09CFB}"/>
              </a:ext>
            </a:extLst>
          </p:cNvPr>
          <p:cNvSpPr/>
          <p:nvPr/>
        </p:nvSpPr>
        <p:spPr>
          <a:xfrm>
            <a:off x="403412" y="331694"/>
            <a:ext cx="5316070" cy="1004047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6000" dirty="0"/>
              <a:t>ステージ</a:t>
            </a:r>
          </a:p>
        </p:txBody>
      </p:sp>
    </p:spTree>
    <p:extLst>
      <p:ext uri="{BB962C8B-B14F-4D97-AF65-F5344CB8AC3E}">
        <p14:creationId xmlns:p14="http://schemas.microsoft.com/office/powerpoint/2010/main" val="3361710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761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32</Words>
  <Application>Microsoft Office PowerPoint</Application>
  <PresentationFormat>ワイド画面</PresentationFormat>
  <Paragraphs>8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ＭＳ Ｐゴシック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秋吉　晟吾</dc:creator>
  <cp:lastModifiedBy>田中　裕哉</cp:lastModifiedBy>
  <cp:revision>6</cp:revision>
  <dcterms:created xsi:type="dcterms:W3CDTF">2026-02-04T02:51:47Z</dcterms:created>
  <dcterms:modified xsi:type="dcterms:W3CDTF">2026-02-04T03:02:57Z</dcterms:modified>
</cp:coreProperties>
</file>