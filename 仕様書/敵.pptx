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92ADB-6651-4686-A59F-D1007261C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E2CE13D-6612-4777-BF36-3DD2E2BCC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0D988E-D36E-4E9A-AD98-22F67F881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07523E-0282-492D-9490-C345307D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8E95A5-830D-4EFF-87CD-FE3419849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1802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EC9572-9901-4FCC-985D-3D6588EB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59F69B-7330-4750-8AFB-2A3096F79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4786DF-44AD-448F-A9F7-20F6EA9E1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CE4E15-0BAA-4372-941D-0E3602EDE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BC9122-7572-41DE-8DC7-A158C013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7747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E0EF7-2833-45DF-B536-FB8592BE0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517B4A-9056-4495-8525-E7AD20258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4F04EC-7716-4A7A-9A20-2304535C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9F98D7-2B34-46B4-8DEE-A39EE5DD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F9A317-C9D3-4399-9173-FC4EC6B2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04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7770FE-7B7C-4E3C-979B-D15F815B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8A1842-2BA5-45D4-B6D4-D026E4B2AE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001413-01EA-418A-844E-9EED9A18B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F5C448-E8B2-4F73-8125-66CC8048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AE8424-5CCD-4748-96EA-2D5A0ABB6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96FFD8-E748-4D27-83B5-F2BE6234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124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CE817B-EC11-412D-AB6B-506150A8B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25B828-FAB2-4447-B629-8B423A11B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09A98E-E4A8-443F-944A-4E7EE9E2F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9B467C7-8302-473C-9F65-3A37864E0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0CD52C5-69E7-4509-8895-926DBE39F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07B07DE-739D-4D05-9243-1DE17384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A399FC2-F74B-480A-84D7-AAEDD12EC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867B9F-8D3B-4CF2-B198-876DE268F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217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F313A9-190A-4ED3-AF52-CB3E9EDD2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640A4D-6756-4EEB-B88F-81E10CDA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D312A63-9FC4-4DB3-B5C2-C60FEA4A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7C98D11-646F-4059-AB47-460F96B6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0249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6FA4B74-78BE-4751-B8FD-339D0D990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96CD606-7803-4B01-935A-EA7DE5C6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F52952-7CCB-4941-8402-85904EAF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0770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3C94D2-9AB1-43A1-B9AE-7FA959930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EB0CD-DBBD-43A5-AD0C-E011AB4E0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1D9D36-2F32-4590-AB7F-060526E1A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205522-864F-4BB6-A22C-CB781EEC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2602CE-BC18-4E96-ACC9-D3367D37D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82F1C5-2C49-40D4-BC7E-09C5092F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275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EB568D-56DF-4AFF-B908-CFF75240D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6786670-E664-4948-A03D-6889E4D475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73D4D89-AD39-4547-A482-5A6690EA0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FF6602-BF8D-4EC2-8849-5DD84CC3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8ADD6D5-ADF7-4DD6-B231-A6B07056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DBCB4B-3DEC-4AD2-B5AC-814FE027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222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0AC7AB-20DA-49CE-B7E5-28733D931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C66363-EC97-4E08-80A5-271D2CC28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ABB033-A425-4A1D-814B-8DEFCF332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84DF7C-774C-455B-AED6-BBD98A98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C63E77-D3C3-4E70-8718-1287E2A3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16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1557F22-85B0-401E-87BD-DA873F35B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4FDA7C-CAE8-4C8F-B27A-207294A84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F48BAE-C085-489A-B952-A61904C23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3AA1E6-5419-447F-9760-88D491D61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C03705-4B0E-4080-B321-8F796AAF1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307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4C389F9-B274-4E1D-A3DA-E2E9F3A23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BDB78B-48D9-42FC-BFFC-5D31C03E9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DA6AE4-ACFE-49B5-85F4-BA8508AC6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07A83-1551-4091-B444-811C0013CE7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6E4DA5-53B2-40D8-8FA0-83F77C978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BBAB9C-6E22-4B5C-9708-FC336EC91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84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66309A-A64B-499C-AC28-D84E82D197BA}"/>
              </a:ext>
            </a:extLst>
          </p:cNvPr>
          <p:cNvSpPr txBox="1"/>
          <p:nvPr/>
        </p:nvSpPr>
        <p:spPr>
          <a:xfrm>
            <a:off x="71717" y="12550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敵について</a:t>
            </a:r>
            <a:endParaRPr kumimoji="1"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6349F2-6658-4227-8E73-6B913E3EDEAC}"/>
              </a:ext>
            </a:extLst>
          </p:cNvPr>
          <p:cNvSpPr txBox="1"/>
          <p:nvPr/>
        </p:nvSpPr>
        <p:spPr>
          <a:xfrm>
            <a:off x="1410545" y="318416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・倒されるとき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054F15-72B7-4DC9-86F8-5BA44A053AFE}"/>
              </a:ext>
            </a:extLst>
          </p:cNvPr>
          <p:cNvSpPr txBox="1"/>
          <p:nvPr/>
        </p:nvSpPr>
        <p:spPr>
          <a:xfrm>
            <a:off x="1872210" y="355349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・踏まれたとき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C9D801-280C-44DF-9044-9FD9BEC4EA66}"/>
              </a:ext>
            </a:extLst>
          </p:cNvPr>
          <p:cNvSpPr txBox="1"/>
          <p:nvPr/>
        </p:nvSpPr>
        <p:spPr>
          <a:xfrm>
            <a:off x="1872210" y="392282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・弾が当たった時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7365D6-E74C-45BF-826B-BDB20BB564DD}"/>
              </a:ext>
            </a:extLst>
          </p:cNvPr>
          <p:cNvSpPr txBox="1"/>
          <p:nvPr/>
        </p:nvSpPr>
        <p:spPr>
          <a:xfrm>
            <a:off x="1872210" y="4292156"/>
            <a:ext cx="3629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・踏まれたとき</a:t>
            </a:r>
            <a:r>
              <a:rPr lang="en-US" altLang="ja-JP" dirty="0"/>
              <a:t>or</a:t>
            </a:r>
            <a:r>
              <a:rPr lang="ja-JP" altLang="en-US" dirty="0"/>
              <a:t>弾が当たった時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E87F18E-D422-4F6B-BEA7-C25B50488E1E}"/>
              </a:ext>
            </a:extLst>
          </p:cNvPr>
          <p:cNvSpPr txBox="1"/>
          <p:nvPr/>
        </p:nvSpPr>
        <p:spPr>
          <a:xfrm>
            <a:off x="1872210" y="4934163"/>
            <a:ext cx="59554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・ブロックを壊したところに敵が潜んでいる場合もある</a:t>
            </a:r>
            <a:endParaRPr lang="en-US" altLang="ja-JP" dirty="0"/>
          </a:p>
          <a:p>
            <a:r>
              <a:rPr lang="ja-JP" altLang="en-US" dirty="0"/>
              <a:t>　　　　　　　　　　　　↓</a:t>
            </a:r>
            <a:endParaRPr lang="en-US" altLang="ja-JP" dirty="0"/>
          </a:p>
          <a:p>
            <a:r>
              <a:rPr lang="ja-JP" altLang="en-US" dirty="0"/>
              <a:t>　　　　　　　　</a:t>
            </a:r>
            <a:r>
              <a:rPr lang="en-US" altLang="ja-JP" dirty="0"/>
              <a:t>Player</a:t>
            </a:r>
            <a:r>
              <a:rPr lang="ja-JP" altLang="en-US" dirty="0"/>
              <a:t>を追いかける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1E88673-3CE8-40AA-9E11-74988F816519}"/>
              </a:ext>
            </a:extLst>
          </p:cNvPr>
          <p:cNvSpPr txBox="1"/>
          <p:nvPr/>
        </p:nvSpPr>
        <p:spPr>
          <a:xfrm>
            <a:off x="1410545" y="63117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※</a:t>
            </a:r>
            <a:r>
              <a:rPr lang="ja-JP" altLang="en-US" dirty="0"/>
              <a:t>随時追加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CDE5CB8-D6AD-4C47-BF0F-10BE05D2B38D}"/>
              </a:ext>
            </a:extLst>
          </p:cNvPr>
          <p:cNvSpPr txBox="1"/>
          <p:nvPr/>
        </p:nvSpPr>
        <p:spPr>
          <a:xfrm>
            <a:off x="1822607" y="1000507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・以下の設定をできるようにする</a:t>
            </a:r>
          </a:p>
        </p:txBody>
      </p:sp>
    </p:spTree>
    <p:extLst>
      <p:ext uri="{BB962C8B-B14F-4D97-AF65-F5344CB8AC3E}">
        <p14:creationId xmlns:p14="http://schemas.microsoft.com/office/powerpoint/2010/main" val="212406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71</Words>
  <Application>Microsoft Office PowerPoint</Application>
  <PresentationFormat>ワイド画面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川上　紗英</dc:creator>
  <cp:lastModifiedBy>川上　紗英</cp:lastModifiedBy>
  <cp:revision>4</cp:revision>
  <dcterms:created xsi:type="dcterms:W3CDTF">2026-02-04T02:55:53Z</dcterms:created>
  <dcterms:modified xsi:type="dcterms:W3CDTF">2026-02-04T03:40:47Z</dcterms:modified>
</cp:coreProperties>
</file>