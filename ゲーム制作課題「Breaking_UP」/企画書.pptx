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F663A1-6038-4AC4-BD4A-E06E8B82A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6569B3-2433-439D-BFBB-5D4AD2F91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2F3F02-6C67-46C8-BBF9-A7FB3912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5B682C-63FC-4F2B-AF7B-D721E0534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67AF10-3A38-42D9-8EC1-58D12366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395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48FA74-FD4D-49AE-A6A8-CD594776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CB2F85-4E8C-4929-A424-D9CB56414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E0029C-131F-4B88-9FE8-C2EAD9F90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6BBE7A-3D9B-426B-89A0-CF453550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9B2ECA-F8E2-43A2-9091-5FDCD74A6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98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43AF2E-ADEC-4549-87BF-2A5C7077E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784776-911B-40AB-BFF1-B60841D0A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C6E854-76C8-4556-8189-78B9BB3A5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09DB69-5E7A-4F87-B5D9-2B423FC9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7F019D-79D3-4932-B801-A4C9DDE0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63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5E92-D980-4B1E-B193-568B2A03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BC4C96-6D94-4D43-823C-AF92F8E78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2CC14C-1643-46BB-AA06-AB7482788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C74632-3F1E-48E5-BF22-005539E54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F2A9A9-54D9-4851-BA97-541E7B95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8B50C5-B0FA-408F-8F62-E67E5EE8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4748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636AA-1734-4111-97F4-F111A0BBF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892BCF-5310-4A36-8517-DFDFD865B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EA8818-88F3-4081-B46B-F7C8C5550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CD60B2-1C08-4FE3-9934-89DD0504F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75A8B5-7CE6-4FD2-B4DA-6D681A031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703A3E2-0739-492E-97AD-AA320BD6B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0E7B4FB-C8DC-4DC6-91CD-1168EEB4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ED28CD8-CC82-477A-A66A-6EE1686E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029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AEE630-E6C2-4674-9EE7-1FBD28EE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6B880C-A21E-4B0D-9F9F-070B0336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CA0A75-4C40-4154-A627-94A5FD96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AF5AD0-E24E-4868-B08F-9BCDF002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719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C26028A-98F9-45BE-9982-1168A49F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63F084-226F-4CAC-B7F7-95B4A5D95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C68E7C-BE09-4A49-9D39-2B1F7E63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57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55D50D-1EBB-4138-9F16-22875CD95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AD30CE-913E-4CA2-AB00-39F6241C6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9ACE4B6-FB87-4925-85CD-F15983048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1C3728-AA56-46FF-874F-BDA22B0B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7BF616-664A-422C-A3AC-4C31BCD9B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8734A2-01A1-43B9-90BA-8B945CA8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6508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3ADA99-BCEE-4D08-AE72-6CAFCB0F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1AC49B-6248-457E-9B39-AD0878653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DBC99F-1F09-4E9B-94C6-47D3CACE9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53C666-E58D-4404-8062-CFE12D284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E74F67-5A4F-49B9-88B6-364441D81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F39CC0-FDF7-475B-BF2F-D3706B92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462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2859DE-31FE-4F90-B053-B88D82A3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AE8C6F-8FB9-4DA0-B147-F0AD08059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0FF703-2F4D-4473-89FE-E09C2FA1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13FB38-198B-4000-A90B-D758B22D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AAD88B-E068-454A-B5C8-3820278B2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11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0589EB-7E66-478D-BCFC-C3B39B022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8C377C-C6E3-4364-AD89-4DD15BE73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04300B-F1D3-4838-BDE6-6D812400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7ABA80-1B38-47FC-90D4-F3673C58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D4FBB2-2B7B-4DE2-902E-2816DCA9A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64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5ABAF5-F85C-421F-9C8E-082B5E91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982F1B-8B10-4723-B132-868AB38A9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A2E968-640C-4CB8-A208-2E97FAC4D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4BD5-DF03-4633-83D8-126C7CE0C1E5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8B627-E638-4F2F-9E9F-163E2AF0B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05256C-81E4-4B9E-9D64-2D29DAB92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04635-E176-4972-91D9-827AB3EE87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59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AC4ED2-545E-41F9-A10D-834350CEF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366" y="0"/>
            <a:ext cx="10473267" cy="2387600"/>
          </a:xfrm>
        </p:spPr>
        <p:txBody>
          <a:bodyPr>
            <a:normAutofit/>
          </a:bodyPr>
          <a:lstStyle/>
          <a:p>
            <a:r>
              <a:rPr lang="en-US" altLang="ja-JP" sz="80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Breaking</a:t>
            </a:r>
            <a:r>
              <a:rPr lang="ja-JP" altLang="en-US" sz="80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 </a:t>
            </a:r>
            <a:r>
              <a:rPr lang="en-US" altLang="ja-JP" sz="80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UP</a:t>
            </a:r>
            <a:endParaRPr kumimoji="1" lang="ja-JP" altLang="en-US" sz="8000" dirty="0">
              <a:latin typeface="うずらフォント" panose="02000609000000000000" pitchFamily="1" charset="-128"/>
              <a:ea typeface="うずらフォント" panose="02000609000000000000" pitchFamily="1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60DB46-744A-42F0-B638-980B119C3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399" y="3206486"/>
            <a:ext cx="11379199" cy="2527829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kumimoji="1" lang="ja-JP" altLang="en-US" sz="2800" dirty="0"/>
              <a:t>　　　</a:t>
            </a:r>
            <a:r>
              <a:rPr kumimoji="1" lang="ja-JP" altLang="en-US" sz="42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ジャンル：　　　　　シューティングアクション　</a:t>
            </a:r>
            <a:endParaRPr kumimoji="1" lang="en-US" altLang="ja-JP" sz="4200" dirty="0">
              <a:latin typeface="うずらフォント" panose="02000609000000000000" pitchFamily="1" charset="-128"/>
              <a:ea typeface="うずらフォント" panose="02000609000000000000" pitchFamily="1" charset="-128"/>
            </a:endParaRPr>
          </a:p>
          <a:p>
            <a:pPr algn="l"/>
            <a:r>
              <a:rPr lang="ja-JP" altLang="en-US" sz="42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　　プラットフォーム：　</a:t>
            </a:r>
            <a:r>
              <a:rPr lang="en-US" altLang="ja-JP" sz="42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PC</a:t>
            </a:r>
            <a:r>
              <a:rPr lang="ja-JP" altLang="en-US" sz="42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　</a:t>
            </a:r>
            <a:endParaRPr lang="en-US" altLang="ja-JP" sz="4200" dirty="0">
              <a:latin typeface="うずらフォント" panose="02000609000000000000" pitchFamily="1" charset="-128"/>
              <a:ea typeface="うずらフォント" panose="02000609000000000000" pitchFamily="1" charset="-128"/>
            </a:endParaRPr>
          </a:p>
          <a:p>
            <a:pPr algn="l"/>
            <a:r>
              <a:rPr kumimoji="1" lang="ja-JP" altLang="en-US" sz="42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　　ターゲット：　　　　全人類</a:t>
            </a:r>
            <a:endParaRPr kumimoji="1" lang="en-US" altLang="ja-JP" sz="4200" dirty="0">
              <a:latin typeface="うずらフォント" panose="02000609000000000000" pitchFamily="1" charset="-128"/>
              <a:ea typeface="うずらフォント" panose="02000609000000000000" pitchFamily="1" charset="-128"/>
            </a:endParaRPr>
          </a:p>
          <a:p>
            <a:pPr algn="l"/>
            <a:r>
              <a:rPr lang="ja-JP" altLang="en-US" sz="42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　　コンセプト：　　　　壊して登る　　</a:t>
            </a:r>
            <a:endParaRPr lang="en-US" altLang="ja-JP" sz="4200" dirty="0">
              <a:latin typeface="うずらフォント" panose="02000609000000000000" pitchFamily="1" charset="-128"/>
              <a:ea typeface="うずらフォント" panose="02000609000000000000" pitchFamily="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060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D75125-23F3-4262-B360-55E5594A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7" y="-42708"/>
            <a:ext cx="6290733" cy="2201334"/>
          </a:xfrm>
        </p:spPr>
        <p:txBody>
          <a:bodyPr>
            <a:normAutofit/>
          </a:bodyPr>
          <a:lstStyle/>
          <a:p>
            <a:r>
              <a:rPr lang="en-US" altLang="ja-JP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Breaking</a:t>
            </a:r>
            <a:r>
              <a:rPr lang="ja-JP" altLang="en-US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 </a:t>
            </a:r>
            <a:r>
              <a:rPr lang="en-US" altLang="ja-JP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UP</a:t>
            </a:r>
            <a:r>
              <a:rPr lang="ja-JP" altLang="en-US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とは</a:t>
            </a:r>
            <a:br>
              <a:rPr lang="en-US" altLang="ja-JP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</a:br>
            <a:br>
              <a:rPr lang="en-US" altLang="ja-JP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</a:br>
            <a:r>
              <a:rPr lang="ja-JP" altLang="en-US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弾を当ててブロックを壊しながら登る</a:t>
            </a:r>
            <a:br>
              <a:rPr lang="en-US" altLang="ja-JP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</a:br>
            <a:r>
              <a:rPr lang="ja-JP" altLang="en-US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シューティングアクションゲームであーる</a:t>
            </a:r>
            <a:endParaRPr kumimoji="1" lang="ja-JP" altLang="en-US" sz="24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F1F95859-FCF2-4A69-B636-B6E77D03A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48" y="3316518"/>
            <a:ext cx="982134" cy="98213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774AF0B-2845-4174-9342-090AFCC1F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658" y="3316518"/>
            <a:ext cx="982134" cy="98213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7B6F091-2C6A-4B98-9EED-E5FBC41B7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603" y="3315466"/>
            <a:ext cx="982134" cy="98213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8C98E09B-1EDD-44B2-A18D-EA7681FA0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504" y="3315466"/>
            <a:ext cx="982134" cy="98213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8FD27CD1-73AA-45F4-BDF1-7BC024BAC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693" y="3315466"/>
            <a:ext cx="982134" cy="982134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762626F6-B85D-4C85-B559-8087BD99B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414" y="3315466"/>
            <a:ext cx="982134" cy="98213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2C3D91D-935B-4A05-B7F1-786E3207E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315" y="3315466"/>
            <a:ext cx="982134" cy="982134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9E709468-479C-48F6-BD9C-B873D6178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225" y="3315466"/>
            <a:ext cx="982134" cy="982134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0BBD7840-1464-432A-861E-CB5FF109A1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915" y="5258137"/>
            <a:ext cx="1546222" cy="1546222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E6AB7CE6-8C23-4DFE-9B6B-618374D2A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559" y="3315467"/>
            <a:ext cx="1004357" cy="982133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717FDE14-9E26-42BA-BE82-34DD9AB84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881" y="1713071"/>
            <a:ext cx="1546222" cy="1546222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8048986A-5F63-48A4-82A3-5211BC17D3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137" y="4311467"/>
            <a:ext cx="414936" cy="414936"/>
          </a:xfrm>
          <a:prstGeom prst="rect">
            <a:avLst/>
          </a:prstGeom>
        </p:spPr>
      </p:pic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8455350-FBE6-4667-A37D-94A6676FE7BC}"/>
              </a:ext>
            </a:extLst>
          </p:cNvPr>
          <p:cNvCxnSpPr/>
          <p:nvPr/>
        </p:nvCxnSpPr>
        <p:spPr>
          <a:xfrm flipH="1">
            <a:off x="3054781" y="4722774"/>
            <a:ext cx="216000" cy="50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846F7C2D-CB81-413D-A58F-CDED67609534}"/>
              </a:ext>
            </a:extLst>
          </p:cNvPr>
          <p:cNvCxnSpPr/>
          <p:nvPr/>
        </p:nvCxnSpPr>
        <p:spPr>
          <a:xfrm flipH="1">
            <a:off x="3159137" y="4740270"/>
            <a:ext cx="216000" cy="50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A6F5243-4BDF-4E89-A303-8BEA41D1AFEF}"/>
              </a:ext>
            </a:extLst>
          </p:cNvPr>
          <p:cNvCxnSpPr/>
          <p:nvPr/>
        </p:nvCxnSpPr>
        <p:spPr>
          <a:xfrm flipH="1">
            <a:off x="2965777" y="4670510"/>
            <a:ext cx="216000" cy="50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131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コンテンツ プレースホルダー 19">
            <a:extLst>
              <a:ext uri="{FF2B5EF4-FFF2-40B4-BE49-F238E27FC236}">
                <a16:creationId xmlns:a16="http://schemas.microsoft.com/office/drawing/2014/main" id="{04EFF03A-79C8-4885-B70C-10B053F2C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648" y="2827720"/>
            <a:ext cx="964817" cy="964817"/>
          </a:xfr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60A67AA-3E71-4FBB-AFBF-00D7F18F5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48" y="3316518"/>
            <a:ext cx="982134" cy="98213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A6F0F75-E9F8-4C65-91EA-BACE0C57B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658" y="3316518"/>
            <a:ext cx="982134" cy="98213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1A89961-2F53-495D-915D-85DDE4CB8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603" y="3315466"/>
            <a:ext cx="982134" cy="98213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A383CF4-F596-4A3A-84EE-8AE4BC3BC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504" y="3315466"/>
            <a:ext cx="982134" cy="98213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31A6C08-1F1D-45DF-8090-C37D8DBD6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465" y="3315466"/>
            <a:ext cx="982134" cy="98213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33EBA5B-4C67-4436-A6B9-BA243FD83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414" y="3315466"/>
            <a:ext cx="982134" cy="98213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981EE9F-3615-4011-945A-844004153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315" y="3315466"/>
            <a:ext cx="982134" cy="98213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09357AA-5F8A-4AEA-9DE0-130BFF10D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225" y="3315466"/>
            <a:ext cx="982134" cy="98213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297B12E-D8BA-47CF-A352-E15B9458F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915" y="5258137"/>
            <a:ext cx="1546222" cy="1546222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60F62E5-F6B6-4724-A55D-54A3BB8D556D}"/>
              </a:ext>
            </a:extLst>
          </p:cNvPr>
          <p:cNvSpPr txBox="1"/>
          <p:nvPr/>
        </p:nvSpPr>
        <p:spPr>
          <a:xfrm>
            <a:off x="274667" y="535101"/>
            <a:ext cx="86640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怨霊" panose="02000604000000000000" pitchFamily="2" charset="-128"/>
                <a:ea typeface="怨霊" panose="02000604000000000000" pitchFamily="2" charset="-128"/>
              </a:rPr>
              <a:t>ブロックを壊すと敵が出てくることも</a:t>
            </a:r>
            <a:r>
              <a:rPr kumimoji="1" lang="en-US" altLang="ja-JP" sz="3600" dirty="0">
                <a:latin typeface="怨霊" panose="02000604000000000000" pitchFamily="2" charset="-128"/>
                <a:ea typeface="怨霊" panose="02000604000000000000" pitchFamily="2" charset="-128"/>
              </a:rPr>
              <a:t>…</a:t>
            </a:r>
          </a:p>
          <a:p>
            <a:endParaRPr lang="en-US" altLang="ja-JP" sz="3600" dirty="0">
              <a:latin typeface="怨霊" panose="02000604000000000000" pitchFamily="2" charset="-128"/>
              <a:ea typeface="怨霊" panose="02000604000000000000" pitchFamily="2" charset="-128"/>
            </a:endParaRPr>
          </a:p>
          <a:p>
            <a:r>
              <a:rPr kumimoji="1" lang="ja-JP" altLang="en-US" sz="3600" dirty="0">
                <a:latin typeface="怨霊" panose="02000604000000000000" pitchFamily="2" charset="-128"/>
                <a:ea typeface="怨霊" panose="02000604000000000000" pitchFamily="2" charset="-128"/>
              </a:rPr>
              <a:t>敵はプレイヤーを追いかけてくるぞい</a:t>
            </a:r>
            <a:endParaRPr kumimoji="1" lang="en-US" altLang="ja-JP" sz="3600" dirty="0">
              <a:latin typeface="怨霊" panose="02000604000000000000" pitchFamily="2" charset="-128"/>
              <a:ea typeface="怨霊" panose="02000604000000000000" pitchFamily="2" charset="-128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58849EE6-2939-4621-B99B-399F71AEF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292" y="-297858"/>
            <a:ext cx="1546222" cy="1546222"/>
          </a:xfrm>
          <a:prstGeom prst="rect">
            <a:avLst/>
          </a:prstGeom>
        </p:spPr>
      </p:pic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45D2F1AE-535F-47DD-B055-95EC5E422E77}"/>
              </a:ext>
            </a:extLst>
          </p:cNvPr>
          <p:cNvGrpSpPr/>
          <p:nvPr/>
        </p:nvGrpSpPr>
        <p:grpSpPr>
          <a:xfrm>
            <a:off x="8081177" y="2271693"/>
            <a:ext cx="707272" cy="964817"/>
            <a:chOff x="8081177" y="2271694"/>
            <a:chExt cx="409360" cy="630126"/>
          </a:xfrm>
        </p:grpSpPr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875C17D3-265B-4E0D-9838-C438D3BFEE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0181" y="2323958"/>
              <a:ext cx="216000" cy="50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A22CAB8C-92D5-4053-BF3E-7AB692F783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4537" y="2341454"/>
              <a:ext cx="216000" cy="5603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38ADC4A6-C947-4F20-AAAC-DAF8A8A1DC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1177" y="2271694"/>
              <a:ext cx="216000" cy="50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37AFB15E-08C5-4AD9-ABD8-0DF96FD8A4D7}"/>
              </a:ext>
            </a:extLst>
          </p:cNvPr>
          <p:cNvGrpSpPr/>
          <p:nvPr/>
        </p:nvGrpSpPr>
        <p:grpSpPr>
          <a:xfrm>
            <a:off x="9257292" y="1103069"/>
            <a:ext cx="707272" cy="964817"/>
            <a:chOff x="8081177" y="2271694"/>
            <a:chExt cx="409360" cy="630126"/>
          </a:xfrm>
        </p:grpSpPr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37886259-1886-4317-8C8A-5A52B9C926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0181" y="2323958"/>
              <a:ext cx="216000" cy="50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D7361F88-224A-4BED-BD61-F82B1481BB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4537" y="2341454"/>
              <a:ext cx="216000" cy="5603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4CB6BD52-1E89-48BF-AC02-553750E721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1177" y="2271694"/>
              <a:ext cx="216000" cy="50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9" name="図 28">
            <a:extLst>
              <a:ext uri="{FF2B5EF4-FFF2-40B4-BE49-F238E27FC236}">
                <a16:creationId xmlns:a16="http://schemas.microsoft.com/office/drawing/2014/main" id="{2750F59F-2C7C-4B22-8861-B87F147C2D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455" y="1271122"/>
            <a:ext cx="1036055" cy="1036055"/>
          </a:xfrm>
          <a:prstGeom prst="rect">
            <a:avLst/>
          </a:prstGeom>
        </p:spPr>
      </p:pic>
      <p:sp>
        <p:nvSpPr>
          <p:cNvPr id="42" name="吹き出し: 円形 41">
            <a:extLst>
              <a:ext uri="{FF2B5EF4-FFF2-40B4-BE49-F238E27FC236}">
                <a16:creationId xmlns:a16="http://schemas.microsoft.com/office/drawing/2014/main" id="{CE26E0A4-B8AE-4176-AD8E-C1D5756CF51C}"/>
              </a:ext>
            </a:extLst>
          </p:cNvPr>
          <p:cNvSpPr/>
          <p:nvPr/>
        </p:nvSpPr>
        <p:spPr>
          <a:xfrm rot="10800000" flipH="1">
            <a:off x="9964564" y="931145"/>
            <a:ext cx="1619205" cy="858004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D31B74A3-CAA1-4C04-98BA-E10B4E75CB90}"/>
              </a:ext>
            </a:extLst>
          </p:cNvPr>
          <p:cNvSpPr txBox="1"/>
          <p:nvPr/>
        </p:nvSpPr>
        <p:spPr>
          <a:xfrm>
            <a:off x="10144865" y="1129313"/>
            <a:ext cx="1546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逃げろ～</a:t>
            </a:r>
          </a:p>
        </p:txBody>
      </p:sp>
    </p:spTree>
    <p:extLst>
      <p:ext uri="{BB962C8B-B14F-4D97-AF65-F5344CB8AC3E}">
        <p14:creationId xmlns:p14="http://schemas.microsoft.com/office/powerpoint/2010/main" val="1479876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A1D7C7A-C8FE-4F41-A247-8B9A6F91F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23" y="5527873"/>
            <a:ext cx="982134" cy="98213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A52C9E2-28B4-4833-B808-0F441A2DF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433" y="5527873"/>
            <a:ext cx="982134" cy="98213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2DD7D77-B5CF-4BAB-950B-F8F882CF7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378" y="5526821"/>
            <a:ext cx="982134" cy="98213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B5C1ECB-DADC-4EFD-88F0-479E2FB47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279" y="5526821"/>
            <a:ext cx="982134" cy="98213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ED6E5D8-66B6-4663-8414-2CB27AD90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240" y="5526821"/>
            <a:ext cx="982134" cy="98213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E4A9DAE-3068-40AF-B5AD-392CE44C7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189" y="5526821"/>
            <a:ext cx="982134" cy="98213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F9C619E-6996-46F1-B345-AE8943FB9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090" y="5526821"/>
            <a:ext cx="982134" cy="98213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C3722C9-6D61-4FFA-B3C5-D4246416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000" y="5526821"/>
            <a:ext cx="982134" cy="98213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E91B904-55AD-407E-8755-8FB9A552B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090" y="4465019"/>
            <a:ext cx="988530" cy="988530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22A51A0-572F-4CA9-93C6-02498C577D84}"/>
              </a:ext>
            </a:extLst>
          </p:cNvPr>
          <p:cNvSpPr txBox="1"/>
          <p:nvPr/>
        </p:nvSpPr>
        <p:spPr>
          <a:xfrm>
            <a:off x="322413" y="3592285"/>
            <a:ext cx="5369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敵は踏んで倒そう！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267326F0-5829-4021-87BC-3154D8EBF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60" y="1807053"/>
            <a:ext cx="982134" cy="982134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93D6B4EC-2DD3-4E5B-994E-55F2A8C46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70" y="1807053"/>
            <a:ext cx="982134" cy="98213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5D471F90-0674-4681-BD29-585E79AC6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415" y="1806001"/>
            <a:ext cx="982134" cy="982134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2D95FCC0-9E19-46F4-A596-B2DCA8600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316" y="1806001"/>
            <a:ext cx="982134" cy="982134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4ACB0C4C-3058-49C1-8B4D-08B237A5A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277" y="1806001"/>
            <a:ext cx="982134" cy="982134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004C679B-D363-4A91-BEF6-0CF03638B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226" y="1806001"/>
            <a:ext cx="982134" cy="982134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8772B9FA-1133-408F-A7C5-0343F064A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127" y="1806001"/>
            <a:ext cx="982134" cy="982134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5842BE83-6791-4AF0-AE70-F6B2072B3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037" y="1806001"/>
            <a:ext cx="982134" cy="982134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98EA26C-59FF-4F14-8B40-1C4D35A5A9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060" y="772162"/>
            <a:ext cx="982134" cy="982134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FAE0CA9D-994D-48FA-9B4B-B75AC99DA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742" y="255231"/>
            <a:ext cx="1700552" cy="1700552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541577EB-CD18-4C5F-84AD-A112964F28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124" y="1105507"/>
            <a:ext cx="414936" cy="414936"/>
          </a:xfrm>
          <a:prstGeom prst="rect">
            <a:avLst/>
          </a:prstGeom>
        </p:spPr>
      </p:pic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FFCCFB0-F5CA-436F-ADB5-C058CE7A0DFE}"/>
              </a:ext>
            </a:extLst>
          </p:cNvPr>
          <p:cNvCxnSpPr/>
          <p:nvPr/>
        </p:nvCxnSpPr>
        <p:spPr>
          <a:xfrm>
            <a:off x="6241383" y="1263229"/>
            <a:ext cx="5533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880012A-57CF-43A6-B335-C987CB482727}"/>
              </a:ext>
            </a:extLst>
          </p:cNvPr>
          <p:cNvCxnSpPr/>
          <p:nvPr/>
        </p:nvCxnSpPr>
        <p:spPr>
          <a:xfrm>
            <a:off x="6228727" y="1312975"/>
            <a:ext cx="5533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1A9F4C4C-2F81-45D1-AA92-E77C52695F93}"/>
              </a:ext>
            </a:extLst>
          </p:cNvPr>
          <p:cNvCxnSpPr/>
          <p:nvPr/>
        </p:nvCxnSpPr>
        <p:spPr>
          <a:xfrm>
            <a:off x="6241383" y="1391646"/>
            <a:ext cx="55339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CC11322-E9C5-4F4A-843D-B5EA3AED7FD7}"/>
              </a:ext>
            </a:extLst>
          </p:cNvPr>
          <p:cNvSpPr txBox="1"/>
          <p:nvPr/>
        </p:nvSpPr>
        <p:spPr>
          <a:xfrm>
            <a:off x="6096000" y="0"/>
            <a:ext cx="378039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0" dirty="0">
                <a:solidFill>
                  <a:srgbClr val="FF0000"/>
                </a:solidFill>
              </a:rPr>
              <a:t>×</a:t>
            </a:r>
            <a:endParaRPr kumimoji="1" lang="ja-JP" altLang="en-US" sz="20000" dirty="0">
              <a:solidFill>
                <a:srgbClr val="FF0000"/>
              </a:solidFill>
            </a:endParaRPr>
          </a:p>
        </p:txBody>
      </p:sp>
      <p:sp>
        <p:nvSpPr>
          <p:cNvPr id="37" name="吹き出し: 円形 36">
            <a:extLst>
              <a:ext uri="{FF2B5EF4-FFF2-40B4-BE49-F238E27FC236}">
                <a16:creationId xmlns:a16="http://schemas.microsoft.com/office/drawing/2014/main" id="{3050420F-706D-47B9-9E20-018A8A7CA043}"/>
              </a:ext>
            </a:extLst>
          </p:cNvPr>
          <p:cNvSpPr/>
          <p:nvPr/>
        </p:nvSpPr>
        <p:spPr>
          <a:xfrm>
            <a:off x="7733113" y="62007"/>
            <a:ext cx="1450977" cy="850276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BBD131E-90CB-411B-BB9B-E0BD631ED9D8}"/>
              </a:ext>
            </a:extLst>
          </p:cNvPr>
          <p:cNvSpPr txBox="1"/>
          <p:nvPr/>
        </p:nvSpPr>
        <p:spPr>
          <a:xfrm>
            <a:off x="7888540" y="102988"/>
            <a:ext cx="1411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HGS行書体" panose="03000600000000000000" pitchFamily="66" charset="-128"/>
                <a:ea typeface="HGS行書体" panose="03000600000000000000" pitchFamily="66" charset="-128"/>
              </a:rPr>
              <a:t>無力</a:t>
            </a:r>
          </a:p>
        </p:txBody>
      </p:sp>
      <p:sp>
        <p:nvSpPr>
          <p:cNvPr id="39" name="吹き出し: 円形 38">
            <a:extLst>
              <a:ext uri="{FF2B5EF4-FFF2-40B4-BE49-F238E27FC236}">
                <a16:creationId xmlns:a16="http://schemas.microsoft.com/office/drawing/2014/main" id="{3791B8EB-B42F-440A-9710-1D5433D4452E}"/>
              </a:ext>
            </a:extLst>
          </p:cNvPr>
          <p:cNvSpPr/>
          <p:nvPr/>
        </p:nvSpPr>
        <p:spPr>
          <a:xfrm>
            <a:off x="8158578" y="3880254"/>
            <a:ext cx="1450977" cy="850276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E4C966B-DC72-41BF-B939-462176005092}"/>
              </a:ext>
            </a:extLst>
          </p:cNvPr>
          <p:cNvSpPr txBox="1"/>
          <p:nvPr/>
        </p:nvSpPr>
        <p:spPr>
          <a:xfrm>
            <a:off x="8328362" y="3982226"/>
            <a:ext cx="1148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怨霊" panose="02000604000000000000" pitchFamily="2" charset="-128"/>
                <a:ea typeface="怨霊" panose="02000604000000000000" pitchFamily="2" charset="-128"/>
              </a:rPr>
              <a:t>ぎゃああああああああああああああああ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EC0E512-46E2-452F-8134-5AA6577FA5B9}"/>
              </a:ext>
            </a:extLst>
          </p:cNvPr>
          <p:cNvSpPr txBox="1"/>
          <p:nvPr/>
        </p:nvSpPr>
        <p:spPr>
          <a:xfrm>
            <a:off x="421893" y="139779"/>
            <a:ext cx="6041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うずらフォント" panose="02000609000000000000" pitchFamily="1" charset="-128"/>
                <a:ea typeface="うずらフォント" panose="02000609000000000000" pitchFamily="1" charset="-128"/>
              </a:rPr>
              <a:t>敵は弾じゃ倒せないぞ！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C38BB9AD-7B39-4B32-9916-A646D44599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820" y="3675526"/>
            <a:ext cx="1432441" cy="143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85</Words>
  <Application>Microsoft Office PowerPoint</Application>
  <PresentationFormat>ワイド画面</PresentationFormat>
  <Paragraphs>15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HGS行書体</vt:lpstr>
      <vt:lpstr>うずらフォント</vt:lpstr>
      <vt:lpstr>怨霊</vt:lpstr>
      <vt:lpstr>游ゴシック</vt:lpstr>
      <vt:lpstr>游ゴシック Light</vt:lpstr>
      <vt:lpstr>Arial</vt:lpstr>
      <vt:lpstr>Office テーマ</vt:lpstr>
      <vt:lpstr>Breaking UP</vt:lpstr>
      <vt:lpstr>Breaking UPとは  弾を当ててブロックを壊しながら登る シューティングアクションゲームであーる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ふーどしゅーてぃんぐ</dc:title>
  <dc:creator>田中　翔陽</dc:creator>
  <cp:lastModifiedBy>田中　翔陽</cp:lastModifiedBy>
  <cp:revision>11</cp:revision>
  <dcterms:created xsi:type="dcterms:W3CDTF">2026-02-04T00:41:03Z</dcterms:created>
  <dcterms:modified xsi:type="dcterms:W3CDTF">2026-02-04T02:21:12Z</dcterms:modified>
</cp:coreProperties>
</file>