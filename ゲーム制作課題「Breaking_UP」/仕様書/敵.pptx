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592ADB-6651-4686-A59F-D1007261CD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E2CE13D-6612-4777-BF36-3DD2E2BCCC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E0D988E-D36E-4E9A-AD98-22F67F881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07A83-1551-4091-B444-811C0013CE76}" type="datetimeFigureOut">
              <a:rPr kumimoji="1" lang="ja-JP" altLang="en-US" smtClean="0"/>
              <a:t>2026/2/6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907523E-0282-492D-9490-C345307D9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28E95A5-830D-4EFF-87CD-FE3419849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93237-5055-4808-98D2-61E015D64B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21802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CEC9572-9901-4FCC-985D-3D6588EB2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059F69B-7330-4750-8AFB-2A3096F794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74786DF-44AD-448F-A9F7-20F6EA9E1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07A83-1551-4091-B444-811C0013CE76}" type="datetimeFigureOut">
              <a:rPr kumimoji="1" lang="ja-JP" altLang="en-US" smtClean="0"/>
              <a:t>2026/2/6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0CE4E15-0BAA-4372-941D-0E3602EDE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4BC9122-7572-41DE-8DC7-A158C0134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93237-5055-4808-98D2-61E015D64B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77747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7CE0EF7-2833-45DF-B536-FB8592BE0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7517B4A-9056-4495-8525-E7AD202585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64F04EC-7716-4A7A-9A20-2304535C2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07A83-1551-4091-B444-811C0013CE76}" type="datetimeFigureOut">
              <a:rPr kumimoji="1" lang="ja-JP" altLang="en-US" smtClean="0"/>
              <a:t>2026/2/6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E9F98D7-2B34-46B4-8DEE-A39EE5DDB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AF9A317-C9D3-4399-9173-FC4EC6B28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93237-5055-4808-98D2-61E015D64B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90469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17770FE-7B7C-4E3C-979B-D15F815BD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68A1842-2BA5-45D4-B6D4-D026E4B2AE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6001413-01EA-418A-844E-9EED9A18B5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CF5C448-E8B2-4F73-8125-66CC80488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07A83-1551-4091-B444-811C0013CE76}" type="datetimeFigureOut">
              <a:rPr kumimoji="1" lang="ja-JP" altLang="en-US" smtClean="0"/>
              <a:t>2026/2/6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1AE8424-5CCD-4748-96EA-2D5A0ABB6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796FFD8-E748-4D27-83B5-F2BE62343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93237-5055-4808-98D2-61E015D64B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01124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CCE817B-EC11-412D-AB6B-506150A8B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425B828-FAB2-4447-B629-8B423A11B5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C09A98E-E4A8-443F-944A-4E7EE9E2F5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89B467C7-8302-473C-9F65-3A37864E02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0CD52C5-69E7-4509-8895-926DBE39FD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07B07DE-739D-4D05-9243-1DE173848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07A83-1551-4091-B444-811C0013CE76}" type="datetimeFigureOut">
              <a:rPr kumimoji="1" lang="ja-JP" altLang="en-US" smtClean="0"/>
              <a:t>2026/2/6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DA399FC2-F74B-480A-84D7-AAEDD12EC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6867B9F-8D3B-4CF2-B198-876DE268F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93237-5055-4808-98D2-61E015D64B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22217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DF313A9-190A-4ED3-AF52-CB3E9EDD2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6640A4D-6756-4EEB-B88F-81E10CDA7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07A83-1551-4091-B444-811C0013CE76}" type="datetimeFigureOut">
              <a:rPr kumimoji="1" lang="ja-JP" altLang="en-US" smtClean="0"/>
              <a:t>2026/2/6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D312A63-9FC4-4DB3-B5C2-C60FEA4A9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7C98D11-646F-4059-AB47-460F96B6A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93237-5055-4808-98D2-61E015D64B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102492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6FA4B74-78BE-4751-B8FD-339D0D990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07A83-1551-4091-B444-811C0013CE76}" type="datetimeFigureOut">
              <a:rPr kumimoji="1" lang="ja-JP" altLang="en-US" smtClean="0"/>
              <a:t>2026/2/6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E96CD606-7803-4B01-935A-EA7DE5C61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BF52952-7CCB-4941-8402-85904EAFC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93237-5055-4808-98D2-61E015D64B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20770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3C94D2-9AB1-43A1-B9AE-7FA959930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79EB0CD-DBBD-43A5-AD0C-E011AB4E0C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D1D9D36-2F32-4590-AB7F-060526E1A7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2205522-864F-4BB6-A22C-CB781EEC8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07A83-1551-4091-B444-811C0013CE76}" type="datetimeFigureOut">
              <a:rPr kumimoji="1" lang="ja-JP" altLang="en-US" smtClean="0"/>
              <a:t>2026/2/6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F2602CE-BC18-4E96-ACC9-D3367D37D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582F1C5-2C49-40D4-BC7E-09C5092F6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93237-5055-4808-98D2-61E015D64B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927515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AEB568D-56DF-4AFF-B908-CFF75240D8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E6786670-E664-4948-A03D-6889E4D475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73D4D89-AD39-4547-A482-5A6690EA03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AFF6602-BF8D-4EC2-8849-5DD84CC3D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07A83-1551-4091-B444-811C0013CE76}" type="datetimeFigureOut">
              <a:rPr kumimoji="1" lang="ja-JP" altLang="en-US" smtClean="0"/>
              <a:t>2026/2/6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8ADD6D5-ADF7-4DD6-B231-A6B07056A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ADBCB4B-3DEC-4AD2-B5AC-814FE0272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93237-5055-4808-98D2-61E015D64B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522215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0AC7AB-20DA-49CE-B7E5-28733D931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AC66363-EC97-4E08-80A5-271D2CC280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4ABB033-A425-4A1D-814B-8DEFCF332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07A83-1551-4091-B444-811C0013CE76}" type="datetimeFigureOut">
              <a:rPr kumimoji="1" lang="ja-JP" altLang="en-US" smtClean="0"/>
              <a:t>2026/2/6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184DF7C-774C-455B-AED6-BBD98A987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5C63E77-D3C3-4E70-8718-1287E2A37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93237-5055-4808-98D2-61E015D64B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21163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81557F22-85B0-401E-87BD-DA873F35B5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64FDA7C-CAE8-4C8F-B27A-207294A845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2F48BAE-C085-489A-B952-A61904C23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07A83-1551-4091-B444-811C0013CE76}" type="datetimeFigureOut">
              <a:rPr kumimoji="1" lang="ja-JP" altLang="en-US" smtClean="0"/>
              <a:t>2026/2/6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E3AA1E6-5419-447F-9760-88D491D61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6C03705-4B0E-4080-B321-8F796AAF1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93237-5055-4808-98D2-61E015D64B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53079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64C389F9-B274-4E1D-A3DA-E2E9F3A23D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9BDB78B-48D9-42FC-BFFC-5D31C03E9F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3DA6AE4-ACFE-49B5-85F4-BA8508AC63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F07A83-1551-4091-B444-811C0013CE76}" type="datetimeFigureOut">
              <a:rPr kumimoji="1" lang="ja-JP" altLang="en-US" smtClean="0"/>
              <a:t>2026/2/6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86E4DA5-53B2-40D8-8FA0-83F77C9780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FBBAB9C-6E22-4B5C-9708-FC336EC913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293237-5055-4808-98D2-61E015D64B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91848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666309A-A64B-499C-AC28-D84E82D197BA}"/>
              </a:ext>
            </a:extLst>
          </p:cNvPr>
          <p:cNvSpPr txBox="1"/>
          <p:nvPr/>
        </p:nvSpPr>
        <p:spPr>
          <a:xfrm>
            <a:off x="71717" y="125506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敵について</a:t>
            </a:r>
            <a:endParaRPr kumimoji="1" lang="en-US" altLang="ja-JP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96349F2-6658-4227-8E73-6B913E3EDEAC}"/>
              </a:ext>
            </a:extLst>
          </p:cNvPr>
          <p:cNvSpPr txBox="1"/>
          <p:nvPr/>
        </p:nvSpPr>
        <p:spPr>
          <a:xfrm>
            <a:off x="1410545" y="1489830"/>
            <a:ext cx="3416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・以下のタイミングで倒される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0054F15-72B7-4DC9-86F8-5BA44A053AFE}"/>
              </a:ext>
            </a:extLst>
          </p:cNvPr>
          <p:cNvSpPr txBox="1"/>
          <p:nvPr/>
        </p:nvSpPr>
        <p:spPr>
          <a:xfrm>
            <a:off x="1872210" y="1859162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・踏まれたとき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EC9D801-280C-44DF-9044-9FD9BEC4EA66}"/>
              </a:ext>
            </a:extLst>
          </p:cNvPr>
          <p:cNvSpPr txBox="1"/>
          <p:nvPr/>
        </p:nvSpPr>
        <p:spPr>
          <a:xfrm>
            <a:off x="1872210" y="2228494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・弾が当たった時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E7365D6-E74C-45BF-826B-BDB20BB564DD}"/>
              </a:ext>
            </a:extLst>
          </p:cNvPr>
          <p:cNvSpPr txBox="1"/>
          <p:nvPr/>
        </p:nvSpPr>
        <p:spPr>
          <a:xfrm>
            <a:off x="1872210" y="2597826"/>
            <a:ext cx="36295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・踏まれたとき</a:t>
            </a:r>
            <a:r>
              <a:rPr lang="en-US" altLang="ja-JP" dirty="0"/>
              <a:t>or</a:t>
            </a:r>
            <a:r>
              <a:rPr lang="ja-JP" altLang="en-US" dirty="0"/>
              <a:t>弾が当たった時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DE87F18E-D422-4F6B-BEA7-C25B50488E1E}"/>
              </a:ext>
            </a:extLst>
          </p:cNvPr>
          <p:cNvSpPr txBox="1"/>
          <p:nvPr/>
        </p:nvSpPr>
        <p:spPr>
          <a:xfrm>
            <a:off x="1872210" y="3239833"/>
            <a:ext cx="595547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・ブロックを壊したところに敵が潜んでいる場合もある</a:t>
            </a:r>
            <a:endParaRPr lang="en-US" altLang="ja-JP" dirty="0"/>
          </a:p>
          <a:p>
            <a:r>
              <a:rPr lang="ja-JP" altLang="en-US" dirty="0"/>
              <a:t>　　　　　　　　　　　　↓</a:t>
            </a:r>
            <a:endParaRPr lang="en-US" altLang="ja-JP" dirty="0"/>
          </a:p>
          <a:p>
            <a:r>
              <a:rPr lang="ja-JP" altLang="en-US" dirty="0"/>
              <a:t>　　　　　　　　</a:t>
            </a:r>
            <a:r>
              <a:rPr lang="en-US" altLang="ja-JP" dirty="0"/>
              <a:t>Player</a:t>
            </a:r>
            <a:r>
              <a:rPr lang="ja-JP" altLang="en-US" dirty="0"/>
              <a:t>を追いかける</a:t>
            </a:r>
            <a:endParaRPr lang="en-US" altLang="ja-JP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B7334F9-BC0F-431F-A556-00E6F6AD7503}"/>
              </a:ext>
            </a:extLst>
          </p:cNvPr>
          <p:cNvSpPr txBox="1"/>
          <p:nvPr/>
        </p:nvSpPr>
        <p:spPr>
          <a:xfrm>
            <a:off x="1872210" y="4590089"/>
            <a:ext cx="6340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Red</a:t>
            </a:r>
            <a:r>
              <a:rPr lang="ja-JP" altLang="en-US" dirty="0"/>
              <a:t>敵、</a:t>
            </a:r>
            <a:r>
              <a:rPr lang="en-US" altLang="ja-JP" dirty="0"/>
              <a:t>Blue</a:t>
            </a:r>
            <a:r>
              <a:rPr lang="ja-JP" altLang="en-US" dirty="0"/>
              <a:t>敵、</a:t>
            </a:r>
            <a:r>
              <a:rPr lang="en-US" altLang="ja-JP" dirty="0"/>
              <a:t>Green</a:t>
            </a:r>
            <a:r>
              <a:rPr lang="ja-JP" altLang="en-US" dirty="0"/>
              <a:t>敵に合わせたエフェクトを描画する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24067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79B02D9-E835-4767-A7BD-EA5AC4BA4200}"/>
              </a:ext>
            </a:extLst>
          </p:cNvPr>
          <p:cNvSpPr txBox="1"/>
          <p:nvPr/>
        </p:nvSpPr>
        <p:spPr>
          <a:xfrm>
            <a:off x="71717" y="125506"/>
            <a:ext cx="830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Red</a:t>
            </a:r>
            <a:r>
              <a:rPr kumimoji="1" lang="ja-JP" altLang="en-US" dirty="0"/>
              <a:t>敵</a:t>
            </a:r>
            <a:endParaRPr kumimoji="1" lang="en-US" altLang="ja-JP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C5C9713-A7A9-4861-AD2A-FD7ECE45317B}"/>
              </a:ext>
            </a:extLst>
          </p:cNvPr>
          <p:cNvSpPr txBox="1"/>
          <p:nvPr/>
        </p:nvSpPr>
        <p:spPr>
          <a:xfrm>
            <a:off x="1676401" y="2770095"/>
            <a:ext cx="28504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Block</a:t>
            </a:r>
            <a:r>
              <a:rPr kumimoji="1" lang="ja-JP" altLang="en-US" dirty="0"/>
              <a:t>の中に潜んでいない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264342E1-B335-46E3-B6EA-597F8D5A277F}"/>
              </a:ext>
            </a:extLst>
          </p:cNvPr>
          <p:cNvSpPr txBox="1"/>
          <p:nvPr/>
        </p:nvSpPr>
        <p:spPr>
          <a:xfrm>
            <a:off x="2474260" y="3442448"/>
            <a:ext cx="44662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・</a:t>
            </a:r>
            <a:r>
              <a:rPr kumimoji="1" lang="en-US" altLang="ja-JP" dirty="0"/>
              <a:t>Block</a:t>
            </a:r>
            <a:r>
              <a:rPr kumimoji="1" lang="ja-JP" altLang="en-US" dirty="0"/>
              <a:t>を壊すとプレイヤーを追いかける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4AC3A0A0-1B1A-4627-9A63-9E215662253A}"/>
              </a:ext>
            </a:extLst>
          </p:cNvPr>
          <p:cNvSpPr txBox="1"/>
          <p:nvPr/>
        </p:nvSpPr>
        <p:spPr>
          <a:xfrm>
            <a:off x="2474260" y="4297687"/>
            <a:ext cx="48013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・プレイヤーが視界に入ると追いかけてくる</a:t>
            </a:r>
            <a:endParaRPr lang="en-US" altLang="ja-JP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D0AFF250-707E-487B-807D-7420F0584B09}"/>
              </a:ext>
            </a:extLst>
          </p:cNvPr>
          <p:cNvSpPr txBox="1"/>
          <p:nvPr/>
        </p:nvSpPr>
        <p:spPr>
          <a:xfrm>
            <a:off x="2474260" y="3856603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・壁で折り返す</a:t>
            </a:r>
            <a:endParaRPr lang="en-US" altLang="ja-JP" dirty="0"/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90C8C151-8C6D-4601-8BCB-EEC2D739AC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401" y="440655"/>
            <a:ext cx="1529043" cy="1529043"/>
          </a:xfrm>
          <a:prstGeom prst="rect">
            <a:avLst/>
          </a:prstGeom>
        </p:spPr>
      </p:pic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8C1E7961-6C80-44D4-9743-9666D58F3D90}"/>
              </a:ext>
            </a:extLst>
          </p:cNvPr>
          <p:cNvSpPr txBox="1"/>
          <p:nvPr/>
        </p:nvSpPr>
        <p:spPr>
          <a:xfrm>
            <a:off x="2474260" y="4667019"/>
            <a:ext cx="3647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・プレイヤーが踏んで倒すまで。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4996137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48C4FD39-FB6B-4EED-93F2-4F1779C5F1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2100" y="326354"/>
            <a:ext cx="1757643" cy="1757643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79B02D9-E835-4767-A7BD-EA5AC4BA4200}"/>
              </a:ext>
            </a:extLst>
          </p:cNvPr>
          <p:cNvSpPr txBox="1"/>
          <p:nvPr/>
        </p:nvSpPr>
        <p:spPr>
          <a:xfrm>
            <a:off x="71717" y="125506"/>
            <a:ext cx="8963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Blue</a:t>
            </a:r>
            <a:r>
              <a:rPr kumimoji="1" lang="ja-JP" altLang="en-US" dirty="0"/>
              <a:t>敵</a:t>
            </a:r>
            <a:endParaRPr kumimoji="1" lang="en-US" altLang="ja-JP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C5C9713-A7A9-4861-AD2A-FD7ECE45317B}"/>
              </a:ext>
            </a:extLst>
          </p:cNvPr>
          <p:cNvSpPr txBox="1"/>
          <p:nvPr/>
        </p:nvSpPr>
        <p:spPr>
          <a:xfrm>
            <a:off x="1676401" y="2770095"/>
            <a:ext cx="26196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Block</a:t>
            </a:r>
            <a:r>
              <a:rPr kumimoji="1" lang="ja-JP" altLang="en-US" dirty="0"/>
              <a:t>の中に潜んでいる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264342E1-B335-46E3-B6EA-597F8D5A277F}"/>
              </a:ext>
            </a:extLst>
          </p:cNvPr>
          <p:cNvSpPr txBox="1"/>
          <p:nvPr/>
        </p:nvSpPr>
        <p:spPr>
          <a:xfrm>
            <a:off x="2474260" y="3442448"/>
            <a:ext cx="4927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・</a:t>
            </a:r>
            <a:r>
              <a:rPr kumimoji="1" lang="en-US" altLang="ja-JP" dirty="0"/>
              <a:t>Block</a:t>
            </a:r>
            <a:r>
              <a:rPr kumimoji="1" lang="ja-JP" altLang="en-US" dirty="0"/>
              <a:t>を壊すとプレイヤーを追いかけてくる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4AC3A0A0-1B1A-4627-9A63-9E215662253A}"/>
              </a:ext>
            </a:extLst>
          </p:cNvPr>
          <p:cNvSpPr txBox="1"/>
          <p:nvPr/>
        </p:nvSpPr>
        <p:spPr>
          <a:xfrm>
            <a:off x="2474260" y="3930135"/>
            <a:ext cx="3647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・プレイヤーが踏んで倒すまで。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3481178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9B2DEDCA-0D87-4ACD-A284-247CAF66D0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8074" y="361324"/>
            <a:ext cx="2025694" cy="2025694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79B02D9-E835-4767-A7BD-EA5AC4BA4200}"/>
              </a:ext>
            </a:extLst>
          </p:cNvPr>
          <p:cNvSpPr txBox="1"/>
          <p:nvPr/>
        </p:nvSpPr>
        <p:spPr>
          <a:xfrm>
            <a:off x="71717" y="125506"/>
            <a:ext cx="10583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Green</a:t>
            </a:r>
            <a:r>
              <a:rPr kumimoji="1" lang="ja-JP" altLang="en-US" dirty="0"/>
              <a:t>敵</a:t>
            </a:r>
            <a:endParaRPr kumimoji="1" lang="en-US" altLang="ja-JP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C5C9713-A7A9-4861-AD2A-FD7ECE45317B}"/>
              </a:ext>
            </a:extLst>
          </p:cNvPr>
          <p:cNvSpPr txBox="1"/>
          <p:nvPr/>
        </p:nvSpPr>
        <p:spPr>
          <a:xfrm>
            <a:off x="1676401" y="2770095"/>
            <a:ext cx="26196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Block</a:t>
            </a:r>
            <a:r>
              <a:rPr kumimoji="1" lang="ja-JP" altLang="en-US" dirty="0"/>
              <a:t>の中に潜んでいる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264342E1-B335-46E3-B6EA-597F8D5A277F}"/>
              </a:ext>
            </a:extLst>
          </p:cNvPr>
          <p:cNvSpPr txBox="1"/>
          <p:nvPr/>
        </p:nvSpPr>
        <p:spPr>
          <a:xfrm>
            <a:off x="2474260" y="3442448"/>
            <a:ext cx="4927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・</a:t>
            </a:r>
            <a:r>
              <a:rPr kumimoji="1" lang="en-US" altLang="ja-JP" dirty="0"/>
              <a:t>Block</a:t>
            </a:r>
            <a:r>
              <a:rPr kumimoji="1" lang="ja-JP" altLang="en-US" dirty="0"/>
              <a:t>を壊すとプレイヤーを追いかけてくる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4AC3A0A0-1B1A-4627-9A63-9E215662253A}"/>
              </a:ext>
            </a:extLst>
          </p:cNvPr>
          <p:cNvSpPr txBox="1"/>
          <p:nvPr/>
        </p:nvSpPr>
        <p:spPr>
          <a:xfrm>
            <a:off x="2474260" y="3930135"/>
            <a:ext cx="3647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・プレイヤーが踏んで倒すまで。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9815889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369</TotalTime>
  <Words>160</Words>
  <Application>Microsoft Office PowerPoint</Application>
  <PresentationFormat>ワイド画面</PresentationFormat>
  <Paragraphs>23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8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川上　紗英</dc:creator>
  <cp:lastModifiedBy>川上　紗英</cp:lastModifiedBy>
  <cp:revision>12</cp:revision>
  <dcterms:created xsi:type="dcterms:W3CDTF">2026-02-04T02:55:53Z</dcterms:created>
  <dcterms:modified xsi:type="dcterms:W3CDTF">2026-02-06T02:36:15Z</dcterms:modified>
</cp:coreProperties>
</file>