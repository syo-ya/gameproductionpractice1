
<file path=[Content_Types].xml><?xml version="1.0" encoding="utf-8"?>
<Types xmlns="http://schemas.openxmlformats.org/package/2006/content-types">
  <Default Extension="jpeg" ContentType="image/jpe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2"/>
    <p:sldId id="257" r:id="rId3"/>
  </p:sldIdLst>
  <p:sldSz cx="12192000" cy="6858000"/>
  <p:notesSz cx="6858000" cy="9144000"/>
  <p:defaultTextStyle>
    <a:defPPr>
      <a:defRPr lang="ja-JP"/>
    </a:defPPr>
    <a:lvl1pPr marL="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 snapToGrid="0">
      <p:cViewPr varScale="1">
        <p:scale>
          <a:sx n="72" d="100"/>
          <a:sy n="72" d="100"/>
        </p:scale>
        <p:origin x="294" y="66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3" Type="http://schemas.openxmlformats.org/officeDocument/2006/relationships/slide" Target="slides/slide2.xml"/><Relationship Id="rId7" Type="http://schemas.openxmlformats.org/officeDocument/2006/relationships/tableStyles" Target="tableStyles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theme" Target="theme/theme1.xml"/><Relationship Id="rId5" Type="http://schemas.openxmlformats.org/officeDocument/2006/relationships/viewProps" Target="viewProps.xml"/><Relationship Id="rId4" Type="http://schemas.openxmlformats.org/officeDocument/2006/relationships/presProps" Target="presProps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タイトル スライド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7A934C1D-7EF5-4C4E-B929-1CE9B7CE68AF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kumimoji="1" lang="ja-JP" altLang="en-US"/>
              <a:t>マスター タイトルの書式設定</a:t>
            </a:r>
          </a:p>
        </p:txBody>
      </p:sp>
      <p:sp>
        <p:nvSpPr>
          <p:cNvPr id="3" name="字幕 2">
            <a:extLst>
              <a:ext uri="{FF2B5EF4-FFF2-40B4-BE49-F238E27FC236}">
                <a16:creationId xmlns:a16="http://schemas.microsoft.com/office/drawing/2014/main" id="{AA1DA228-172D-4250-89E6-53BDF7A8647A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kumimoji="1" lang="ja-JP" altLang="en-US"/>
              <a:t>マスター サブタイトルの書式設定</a:t>
            </a:r>
          </a:p>
        </p:txBody>
      </p:sp>
      <p:sp>
        <p:nvSpPr>
          <p:cNvPr id="4" name="日付プレースホルダー 3">
            <a:extLst>
              <a:ext uri="{FF2B5EF4-FFF2-40B4-BE49-F238E27FC236}">
                <a16:creationId xmlns:a16="http://schemas.microsoft.com/office/drawing/2014/main" id="{00E1AA48-4EF1-46CA-8AB3-FC900267918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EA69235-AFEE-412A-91EE-3C7814E4DF4F}" type="datetimeFigureOut">
              <a:rPr kumimoji="1" lang="ja-JP" altLang="en-US" smtClean="0"/>
              <a:t>2026/2/4</a:t>
            </a:fld>
            <a:endParaRPr kumimoji="1" lang="ja-JP" altLang="en-US"/>
          </a:p>
        </p:txBody>
      </p:sp>
      <p:sp>
        <p:nvSpPr>
          <p:cNvPr id="5" name="フッター プレースホルダー 4">
            <a:extLst>
              <a:ext uri="{FF2B5EF4-FFF2-40B4-BE49-F238E27FC236}">
                <a16:creationId xmlns:a16="http://schemas.microsoft.com/office/drawing/2014/main" id="{5279EE11-BD4C-4793-9D06-959399A4DA1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6" name="スライド番号プレースホルダー 5">
            <a:extLst>
              <a:ext uri="{FF2B5EF4-FFF2-40B4-BE49-F238E27FC236}">
                <a16:creationId xmlns:a16="http://schemas.microsoft.com/office/drawing/2014/main" id="{813141F0-7171-4E9E-9A02-5773960FC6C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3CED3F9-78B6-429F-B11C-A13207865229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1703685249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タイトルとコンテンツ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C7AB14F7-9904-44F5-BE39-A8AE1C6FF91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kumimoji="1" lang="ja-JP" altLang="en-US"/>
              <a:t>マスター タイトルの書式設定</a:t>
            </a:r>
          </a:p>
        </p:txBody>
      </p:sp>
      <p:sp>
        <p:nvSpPr>
          <p:cNvPr id="3" name="コンテンツ プレースホルダー 2">
            <a:extLst>
              <a:ext uri="{FF2B5EF4-FFF2-40B4-BE49-F238E27FC236}">
                <a16:creationId xmlns:a16="http://schemas.microsoft.com/office/drawing/2014/main" id="{39423015-6045-4B18-9F76-CC21A461229B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kumimoji="1" lang="ja-JP" altLang="en-US"/>
              <a:t>マスター テキストの書式設定</a:t>
            </a:r>
          </a:p>
          <a:p>
            <a:pPr lvl="1"/>
            <a:r>
              <a:rPr kumimoji="1" lang="ja-JP" altLang="en-US"/>
              <a:t>第 </a:t>
            </a:r>
            <a:r>
              <a:rPr kumimoji="1" lang="en-US" altLang="ja-JP"/>
              <a:t>2 </a:t>
            </a:r>
            <a:r>
              <a:rPr kumimoji="1" lang="ja-JP" altLang="en-US"/>
              <a:t>レベル</a:t>
            </a:r>
          </a:p>
          <a:p>
            <a:pPr lvl="2"/>
            <a:r>
              <a:rPr kumimoji="1" lang="ja-JP" altLang="en-US"/>
              <a:t>第 </a:t>
            </a:r>
            <a:r>
              <a:rPr kumimoji="1" lang="en-US" altLang="ja-JP"/>
              <a:t>3 </a:t>
            </a:r>
            <a:r>
              <a:rPr kumimoji="1" lang="ja-JP" altLang="en-US"/>
              <a:t>レベル</a:t>
            </a:r>
          </a:p>
          <a:p>
            <a:pPr lvl="3"/>
            <a:r>
              <a:rPr kumimoji="1" lang="ja-JP" altLang="en-US"/>
              <a:t>第 </a:t>
            </a:r>
            <a:r>
              <a:rPr kumimoji="1" lang="en-US" altLang="ja-JP"/>
              <a:t>4 </a:t>
            </a:r>
            <a:r>
              <a:rPr kumimoji="1" lang="ja-JP" altLang="en-US"/>
              <a:t>レベル</a:t>
            </a:r>
          </a:p>
          <a:p>
            <a:pPr lvl="4"/>
            <a:r>
              <a:rPr kumimoji="1" lang="ja-JP" altLang="en-US"/>
              <a:t>第 </a:t>
            </a:r>
            <a:r>
              <a:rPr kumimoji="1" lang="en-US" altLang="ja-JP"/>
              <a:t>5 </a:t>
            </a:r>
            <a:r>
              <a:rPr kumimoji="1" lang="ja-JP" altLang="en-US"/>
              <a:t>レベル</a:t>
            </a:r>
          </a:p>
        </p:txBody>
      </p:sp>
      <p:sp>
        <p:nvSpPr>
          <p:cNvPr id="4" name="日付プレースホルダー 3">
            <a:extLst>
              <a:ext uri="{FF2B5EF4-FFF2-40B4-BE49-F238E27FC236}">
                <a16:creationId xmlns:a16="http://schemas.microsoft.com/office/drawing/2014/main" id="{35CF9866-FDF9-46CD-B5C8-805730DA9A7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EA69235-AFEE-412A-91EE-3C7814E4DF4F}" type="datetimeFigureOut">
              <a:rPr kumimoji="1" lang="ja-JP" altLang="en-US" smtClean="0"/>
              <a:t>2026/2/4</a:t>
            </a:fld>
            <a:endParaRPr kumimoji="1" lang="ja-JP" altLang="en-US"/>
          </a:p>
        </p:txBody>
      </p:sp>
      <p:sp>
        <p:nvSpPr>
          <p:cNvPr id="5" name="フッター プレースホルダー 4">
            <a:extLst>
              <a:ext uri="{FF2B5EF4-FFF2-40B4-BE49-F238E27FC236}">
                <a16:creationId xmlns:a16="http://schemas.microsoft.com/office/drawing/2014/main" id="{E92BB290-F2EF-48B6-BFE5-AC75B51BBDB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6" name="スライド番号プレースホルダー 5">
            <a:extLst>
              <a:ext uri="{FF2B5EF4-FFF2-40B4-BE49-F238E27FC236}">
                <a16:creationId xmlns:a16="http://schemas.microsoft.com/office/drawing/2014/main" id="{27A55B75-2A16-461F-809A-7B276C53406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3CED3F9-78B6-429F-B11C-A13207865229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2525402451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セクション見出し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BC49C639-DD6E-4B38-85AD-AC382D7904C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kumimoji="1" lang="ja-JP" altLang="en-US"/>
              <a:t>マスター タイトルの書式設定</a:t>
            </a:r>
          </a:p>
        </p:txBody>
      </p:sp>
      <p:sp>
        <p:nvSpPr>
          <p:cNvPr id="3" name="テキスト プレースホルダー 2">
            <a:extLst>
              <a:ext uri="{FF2B5EF4-FFF2-40B4-BE49-F238E27FC236}">
                <a16:creationId xmlns:a16="http://schemas.microsoft.com/office/drawing/2014/main" id="{0B8DE5F1-6FB0-4B20-A528-5F92842458B8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kumimoji="1" lang="ja-JP" altLang="en-US"/>
              <a:t>マスター テキストの書式設定</a:t>
            </a:r>
          </a:p>
        </p:txBody>
      </p:sp>
      <p:sp>
        <p:nvSpPr>
          <p:cNvPr id="4" name="日付プレースホルダー 3">
            <a:extLst>
              <a:ext uri="{FF2B5EF4-FFF2-40B4-BE49-F238E27FC236}">
                <a16:creationId xmlns:a16="http://schemas.microsoft.com/office/drawing/2014/main" id="{4B334582-3AAE-43DB-AEB4-484BC314E4B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EA69235-AFEE-412A-91EE-3C7814E4DF4F}" type="datetimeFigureOut">
              <a:rPr kumimoji="1" lang="ja-JP" altLang="en-US" smtClean="0"/>
              <a:t>2026/2/4</a:t>
            </a:fld>
            <a:endParaRPr kumimoji="1" lang="ja-JP" altLang="en-US"/>
          </a:p>
        </p:txBody>
      </p:sp>
      <p:sp>
        <p:nvSpPr>
          <p:cNvPr id="5" name="フッター プレースホルダー 4">
            <a:extLst>
              <a:ext uri="{FF2B5EF4-FFF2-40B4-BE49-F238E27FC236}">
                <a16:creationId xmlns:a16="http://schemas.microsoft.com/office/drawing/2014/main" id="{E5155057-FC0E-4558-AA43-7C090F73995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6" name="スライド番号プレースホルダー 5">
            <a:extLst>
              <a:ext uri="{FF2B5EF4-FFF2-40B4-BE49-F238E27FC236}">
                <a16:creationId xmlns:a16="http://schemas.microsoft.com/office/drawing/2014/main" id="{E10EADF1-C7BE-4E99-BF1C-10B2A49EB08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3CED3F9-78B6-429F-B11C-A13207865229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3797882672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2 つのコンテンツ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DF6D9D9B-4FC3-4EC4-91A5-D463A9A3A5E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kumimoji="1" lang="ja-JP" altLang="en-US"/>
              <a:t>マスター タイトルの書式設定</a:t>
            </a:r>
          </a:p>
        </p:txBody>
      </p:sp>
      <p:sp>
        <p:nvSpPr>
          <p:cNvPr id="3" name="コンテンツ プレースホルダー 2">
            <a:extLst>
              <a:ext uri="{FF2B5EF4-FFF2-40B4-BE49-F238E27FC236}">
                <a16:creationId xmlns:a16="http://schemas.microsoft.com/office/drawing/2014/main" id="{28BE5451-ED08-4AEF-88ED-849B1B9D81B2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kumimoji="1" lang="ja-JP" altLang="en-US"/>
              <a:t>マスター テキストの書式設定</a:t>
            </a:r>
          </a:p>
          <a:p>
            <a:pPr lvl="1"/>
            <a:r>
              <a:rPr kumimoji="1" lang="ja-JP" altLang="en-US"/>
              <a:t>第 </a:t>
            </a:r>
            <a:r>
              <a:rPr kumimoji="1" lang="en-US" altLang="ja-JP"/>
              <a:t>2 </a:t>
            </a:r>
            <a:r>
              <a:rPr kumimoji="1" lang="ja-JP" altLang="en-US"/>
              <a:t>レベル</a:t>
            </a:r>
          </a:p>
          <a:p>
            <a:pPr lvl="2"/>
            <a:r>
              <a:rPr kumimoji="1" lang="ja-JP" altLang="en-US"/>
              <a:t>第 </a:t>
            </a:r>
            <a:r>
              <a:rPr kumimoji="1" lang="en-US" altLang="ja-JP"/>
              <a:t>3 </a:t>
            </a:r>
            <a:r>
              <a:rPr kumimoji="1" lang="ja-JP" altLang="en-US"/>
              <a:t>レベル</a:t>
            </a:r>
          </a:p>
          <a:p>
            <a:pPr lvl="3"/>
            <a:r>
              <a:rPr kumimoji="1" lang="ja-JP" altLang="en-US"/>
              <a:t>第 </a:t>
            </a:r>
            <a:r>
              <a:rPr kumimoji="1" lang="en-US" altLang="ja-JP"/>
              <a:t>4 </a:t>
            </a:r>
            <a:r>
              <a:rPr kumimoji="1" lang="ja-JP" altLang="en-US"/>
              <a:t>レベル</a:t>
            </a:r>
          </a:p>
          <a:p>
            <a:pPr lvl="4"/>
            <a:r>
              <a:rPr kumimoji="1" lang="ja-JP" altLang="en-US"/>
              <a:t>第 </a:t>
            </a:r>
            <a:r>
              <a:rPr kumimoji="1" lang="en-US" altLang="ja-JP"/>
              <a:t>5 </a:t>
            </a:r>
            <a:r>
              <a:rPr kumimoji="1" lang="ja-JP" altLang="en-US"/>
              <a:t>レベル</a:t>
            </a:r>
          </a:p>
        </p:txBody>
      </p:sp>
      <p:sp>
        <p:nvSpPr>
          <p:cNvPr id="4" name="コンテンツ プレースホルダー 3">
            <a:extLst>
              <a:ext uri="{FF2B5EF4-FFF2-40B4-BE49-F238E27FC236}">
                <a16:creationId xmlns:a16="http://schemas.microsoft.com/office/drawing/2014/main" id="{57ED3A0F-EF06-4B3F-BDEA-F87560ED8E54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kumimoji="1" lang="ja-JP" altLang="en-US"/>
              <a:t>マスター テキストの書式設定</a:t>
            </a:r>
          </a:p>
          <a:p>
            <a:pPr lvl="1"/>
            <a:r>
              <a:rPr kumimoji="1" lang="ja-JP" altLang="en-US"/>
              <a:t>第 </a:t>
            </a:r>
            <a:r>
              <a:rPr kumimoji="1" lang="en-US" altLang="ja-JP"/>
              <a:t>2 </a:t>
            </a:r>
            <a:r>
              <a:rPr kumimoji="1" lang="ja-JP" altLang="en-US"/>
              <a:t>レベル</a:t>
            </a:r>
          </a:p>
          <a:p>
            <a:pPr lvl="2"/>
            <a:r>
              <a:rPr kumimoji="1" lang="ja-JP" altLang="en-US"/>
              <a:t>第 </a:t>
            </a:r>
            <a:r>
              <a:rPr kumimoji="1" lang="en-US" altLang="ja-JP"/>
              <a:t>3 </a:t>
            </a:r>
            <a:r>
              <a:rPr kumimoji="1" lang="ja-JP" altLang="en-US"/>
              <a:t>レベル</a:t>
            </a:r>
          </a:p>
          <a:p>
            <a:pPr lvl="3"/>
            <a:r>
              <a:rPr kumimoji="1" lang="ja-JP" altLang="en-US"/>
              <a:t>第 </a:t>
            </a:r>
            <a:r>
              <a:rPr kumimoji="1" lang="en-US" altLang="ja-JP"/>
              <a:t>4 </a:t>
            </a:r>
            <a:r>
              <a:rPr kumimoji="1" lang="ja-JP" altLang="en-US"/>
              <a:t>レベル</a:t>
            </a:r>
          </a:p>
          <a:p>
            <a:pPr lvl="4"/>
            <a:r>
              <a:rPr kumimoji="1" lang="ja-JP" altLang="en-US"/>
              <a:t>第 </a:t>
            </a:r>
            <a:r>
              <a:rPr kumimoji="1" lang="en-US" altLang="ja-JP"/>
              <a:t>5 </a:t>
            </a:r>
            <a:r>
              <a:rPr kumimoji="1" lang="ja-JP" altLang="en-US"/>
              <a:t>レベル</a:t>
            </a:r>
          </a:p>
        </p:txBody>
      </p:sp>
      <p:sp>
        <p:nvSpPr>
          <p:cNvPr id="5" name="日付プレースホルダー 4">
            <a:extLst>
              <a:ext uri="{FF2B5EF4-FFF2-40B4-BE49-F238E27FC236}">
                <a16:creationId xmlns:a16="http://schemas.microsoft.com/office/drawing/2014/main" id="{2BE49BDC-70A0-4096-A471-D8C2507FFE7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EA69235-AFEE-412A-91EE-3C7814E4DF4F}" type="datetimeFigureOut">
              <a:rPr kumimoji="1" lang="ja-JP" altLang="en-US" smtClean="0"/>
              <a:t>2026/2/4</a:t>
            </a:fld>
            <a:endParaRPr kumimoji="1" lang="ja-JP" altLang="en-US"/>
          </a:p>
        </p:txBody>
      </p:sp>
      <p:sp>
        <p:nvSpPr>
          <p:cNvPr id="6" name="フッター プレースホルダー 5">
            <a:extLst>
              <a:ext uri="{FF2B5EF4-FFF2-40B4-BE49-F238E27FC236}">
                <a16:creationId xmlns:a16="http://schemas.microsoft.com/office/drawing/2014/main" id="{E8C18915-CD98-438A-BBEA-F8333463605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7" name="スライド番号プレースホルダー 6">
            <a:extLst>
              <a:ext uri="{FF2B5EF4-FFF2-40B4-BE49-F238E27FC236}">
                <a16:creationId xmlns:a16="http://schemas.microsoft.com/office/drawing/2014/main" id="{EFC51B94-9A1C-488E-8941-8629462E3A1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3CED3F9-78B6-429F-B11C-A13207865229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527388720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比較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A3758800-A318-4BED-A59F-7B48A973DCB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kumimoji="1" lang="ja-JP" altLang="en-US"/>
              <a:t>マスター タイトルの書式設定</a:t>
            </a:r>
          </a:p>
        </p:txBody>
      </p:sp>
      <p:sp>
        <p:nvSpPr>
          <p:cNvPr id="3" name="テキスト プレースホルダー 2">
            <a:extLst>
              <a:ext uri="{FF2B5EF4-FFF2-40B4-BE49-F238E27FC236}">
                <a16:creationId xmlns:a16="http://schemas.microsoft.com/office/drawing/2014/main" id="{17B8A800-7669-45AE-ADCE-63C525739FA9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kumimoji="1" lang="ja-JP" altLang="en-US"/>
              <a:t>マスター テキストの書式設定</a:t>
            </a:r>
          </a:p>
        </p:txBody>
      </p:sp>
      <p:sp>
        <p:nvSpPr>
          <p:cNvPr id="4" name="コンテンツ プレースホルダー 3">
            <a:extLst>
              <a:ext uri="{FF2B5EF4-FFF2-40B4-BE49-F238E27FC236}">
                <a16:creationId xmlns:a16="http://schemas.microsoft.com/office/drawing/2014/main" id="{9101168F-0DA1-4E9A-AFE1-9842531DF65B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kumimoji="1" lang="ja-JP" altLang="en-US"/>
              <a:t>マスター テキストの書式設定</a:t>
            </a:r>
          </a:p>
          <a:p>
            <a:pPr lvl="1"/>
            <a:r>
              <a:rPr kumimoji="1" lang="ja-JP" altLang="en-US"/>
              <a:t>第 </a:t>
            </a:r>
            <a:r>
              <a:rPr kumimoji="1" lang="en-US" altLang="ja-JP"/>
              <a:t>2 </a:t>
            </a:r>
            <a:r>
              <a:rPr kumimoji="1" lang="ja-JP" altLang="en-US"/>
              <a:t>レベル</a:t>
            </a:r>
          </a:p>
          <a:p>
            <a:pPr lvl="2"/>
            <a:r>
              <a:rPr kumimoji="1" lang="ja-JP" altLang="en-US"/>
              <a:t>第 </a:t>
            </a:r>
            <a:r>
              <a:rPr kumimoji="1" lang="en-US" altLang="ja-JP"/>
              <a:t>3 </a:t>
            </a:r>
            <a:r>
              <a:rPr kumimoji="1" lang="ja-JP" altLang="en-US"/>
              <a:t>レベル</a:t>
            </a:r>
          </a:p>
          <a:p>
            <a:pPr lvl="3"/>
            <a:r>
              <a:rPr kumimoji="1" lang="ja-JP" altLang="en-US"/>
              <a:t>第 </a:t>
            </a:r>
            <a:r>
              <a:rPr kumimoji="1" lang="en-US" altLang="ja-JP"/>
              <a:t>4 </a:t>
            </a:r>
            <a:r>
              <a:rPr kumimoji="1" lang="ja-JP" altLang="en-US"/>
              <a:t>レベル</a:t>
            </a:r>
          </a:p>
          <a:p>
            <a:pPr lvl="4"/>
            <a:r>
              <a:rPr kumimoji="1" lang="ja-JP" altLang="en-US"/>
              <a:t>第 </a:t>
            </a:r>
            <a:r>
              <a:rPr kumimoji="1" lang="en-US" altLang="ja-JP"/>
              <a:t>5 </a:t>
            </a:r>
            <a:r>
              <a:rPr kumimoji="1" lang="ja-JP" altLang="en-US"/>
              <a:t>レベル</a:t>
            </a:r>
          </a:p>
        </p:txBody>
      </p:sp>
      <p:sp>
        <p:nvSpPr>
          <p:cNvPr id="5" name="テキスト プレースホルダー 4">
            <a:extLst>
              <a:ext uri="{FF2B5EF4-FFF2-40B4-BE49-F238E27FC236}">
                <a16:creationId xmlns:a16="http://schemas.microsoft.com/office/drawing/2014/main" id="{06796658-355A-48ED-9204-78975A331248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kumimoji="1" lang="ja-JP" altLang="en-US"/>
              <a:t>マスター テキストの書式設定</a:t>
            </a:r>
          </a:p>
        </p:txBody>
      </p:sp>
      <p:sp>
        <p:nvSpPr>
          <p:cNvPr id="6" name="コンテンツ プレースホルダー 5">
            <a:extLst>
              <a:ext uri="{FF2B5EF4-FFF2-40B4-BE49-F238E27FC236}">
                <a16:creationId xmlns:a16="http://schemas.microsoft.com/office/drawing/2014/main" id="{753EC9F8-19F6-4E45-A445-26D0EF975EEC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kumimoji="1" lang="ja-JP" altLang="en-US"/>
              <a:t>マスター テキストの書式設定</a:t>
            </a:r>
          </a:p>
          <a:p>
            <a:pPr lvl="1"/>
            <a:r>
              <a:rPr kumimoji="1" lang="ja-JP" altLang="en-US"/>
              <a:t>第 </a:t>
            </a:r>
            <a:r>
              <a:rPr kumimoji="1" lang="en-US" altLang="ja-JP"/>
              <a:t>2 </a:t>
            </a:r>
            <a:r>
              <a:rPr kumimoji="1" lang="ja-JP" altLang="en-US"/>
              <a:t>レベル</a:t>
            </a:r>
          </a:p>
          <a:p>
            <a:pPr lvl="2"/>
            <a:r>
              <a:rPr kumimoji="1" lang="ja-JP" altLang="en-US"/>
              <a:t>第 </a:t>
            </a:r>
            <a:r>
              <a:rPr kumimoji="1" lang="en-US" altLang="ja-JP"/>
              <a:t>3 </a:t>
            </a:r>
            <a:r>
              <a:rPr kumimoji="1" lang="ja-JP" altLang="en-US"/>
              <a:t>レベル</a:t>
            </a:r>
          </a:p>
          <a:p>
            <a:pPr lvl="3"/>
            <a:r>
              <a:rPr kumimoji="1" lang="ja-JP" altLang="en-US"/>
              <a:t>第 </a:t>
            </a:r>
            <a:r>
              <a:rPr kumimoji="1" lang="en-US" altLang="ja-JP"/>
              <a:t>4 </a:t>
            </a:r>
            <a:r>
              <a:rPr kumimoji="1" lang="ja-JP" altLang="en-US"/>
              <a:t>レベル</a:t>
            </a:r>
          </a:p>
          <a:p>
            <a:pPr lvl="4"/>
            <a:r>
              <a:rPr kumimoji="1" lang="ja-JP" altLang="en-US"/>
              <a:t>第 </a:t>
            </a:r>
            <a:r>
              <a:rPr kumimoji="1" lang="en-US" altLang="ja-JP"/>
              <a:t>5 </a:t>
            </a:r>
            <a:r>
              <a:rPr kumimoji="1" lang="ja-JP" altLang="en-US"/>
              <a:t>レベル</a:t>
            </a:r>
          </a:p>
        </p:txBody>
      </p:sp>
      <p:sp>
        <p:nvSpPr>
          <p:cNvPr id="7" name="日付プレースホルダー 6">
            <a:extLst>
              <a:ext uri="{FF2B5EF4-FFF2-40B4-BE49-F238E27FC236}">
                <a16:creationId xmlns:a16="http://schemas.microsoft.com/office/drawing/2014/main" id="{813D282B-D148-43FB-AEDF-352153B01E1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EA69235-AFEE-412A-91EE-3C7814E4DF4F}" type="datetimeFigureOut">
              <a:rPr kumimoji="1" lang="ja-JP" altLang="en-US" smtClean="0"/>
              <a:t>2026/2/4</a:t>
            </a:fld>
            <a:endParaRPr kumimoji="1" lang="ja-JP" altLang="en-US"/>
          </a:p>
        </p:txBody>
      </p:sp>
      <p:sp>
        <p:nvSpPr>
          <p:cNvPr id="8" name="フッター プレースホルダー 7">
            <a:extLst>
              <a:ext uri="{FF2B5EF4-FFF2-40B4-BE49-F238E27FC236}">
                <a16:creationId xmlns:a16="http://schemas.microsoft.com/office/drawing/2014/main" id="{60268647-B108-4A97-B576-AA01EA55F47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9" name="スライド番号プレースホルダー 8">
            <a:extLst>
              <a:ext uri="{FF2B5EF4-FFF2-40B4-BE49-F238E27FC236}">
                <a16:creationId xmlns:a16="http://schemas.microsoft.com/office/drawing/2014/main" id="{F72D34DE-4C94-4F8A-87EB-963FCBD56EA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3CED3F9-78B6-429F-B11C-A13207865229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3878917082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タイトルのみ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C47BBC21-F502-4DED-AEA6-1E9A918858A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kumimoji="1" lang="ja-JP" altLang="en-US"/>
              <a:t>マスター タイトルの書式設定</a:t>
            </a:r>
          </a:p>
        </p:txBody>
      </p:sp>
      <p:sp>
        <p:nvSpPr>
          <p:cNvPr id="3" name="日付プレースホルダー 2">
            <a:extLst>
              <a:ext uri="{FF2B5EF4-FFF2-40B4-BE49-F238E27FC236}">
                <a16:creationId xmlns:a16="http://schemas.microsoft.com/office/drawing/2014/main" id="{403248BA-363B-4937-9C72-C82573A368B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EA69235-AFEE-412A-91EE-3C7814E4DF4F}" type="datetimeFigureOut">
              <a:rPr kumimoji="1" lang="ja-JP" altLang="en-US" smtClean="0"/>
              <a:t>2026/2/4</a:t>
            </a:fld>
            <a:endParaRPr kumimoji="1" lang="ja-JP" altLang="en-US"/>
          </a:p>
        </p:txBody>
      </p:sp>
      <p:sp>
        <p:nvSpPr>
          <p:cNvPr id="4" name="フッター プレースホルダー 3">
            <a:extLst>
              <a:ext uri="{FF2B5EF4-FFF2-40B4-BE49-F238E27FC236}">
                <a16:creationId xmlns:a16="http://schemas.microsoft.com/office/drawing/2014/main" id="{368D8F02-C418-4BC6-AA82-2DB71FAB11E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5" name="スライド番号プレースホルダー 4">
            <a:extLst>
              <a:ext uri="{FF2B5EF4-FFF2-40B4-BE49-F238E27FC236}">
                <a16:creationId xmlns:a16="http://schemas.microsoft.com/office/drawing/2014/main" id="{8640DFBA-CA7F-4949-81CA-29947D7A28E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3CED3F9-78B6-429F-B11C-A13207865229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2620478795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白紙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日付プレースホルダー 1">
            <a:extLst>
              <a:ext uri="{FF2B5EF4-FFF2-40B4-BE49-F238E27FC236}">
                <a16:creationId xmlns:a16="http://schemas.microsoft.com/office/drawing/2014/main" id="{91CDEDF2-9F4D-4A5F-B899-05EE4530194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EA69235-AFEE-412A-91EE-3C7814E4DF4F}" type="datetimeFigureOut">
              <a:rPr kumimoji="1" lang="ja-JP" altLang="en-US" smtClean="0"/>
              <a:t>2026/2/4</a:t>
            </a:fld>
            <a:endParaRPr kumimoji="1" lang="ja-JP" altLang="en-US"/>
          </a:p>
        </p:txBody>
      </p:sp>
      <p:sp>
        <p:nvSpPr>
          <p:cNvPr id="3" name="フッター プレースホルダー 2">
            <a:extLst>
              <a:ext uri="{FF2B5EF4-FFF2-40B4-BE49-F238E27FC236}">
                <a16:creationId xmlns:a16="http://schemas.microsoft.com/office/drawing/2014/main" id="{CA1F6E81-334F-4698-8373-4E0F398AC52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4" name="スライド番号プレースホルダー 3">
            <a:extLst>
              <a:ext uri="{FF2B5EF4-FFF2-40B4-BE49-F238E27FC236}">
                <a16:creationId xmlns:a16="http://schemas.microsoft.com/office/drawing/2014/main" id="{5B21ECA8-D0E8-4809-B3CB-884D4AAEF0A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3CED3F9-78B6-429F-B11C-A13207865229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2199660001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タイトル付きのコンテンツ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DF8B3007-4E48-46AA-8075-3E83D8F9A8B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kumimoji="1" lang="ja-JP" altLang="en-US"/>
              <a:t>マスター タイトルの書式設定</a:t>
            </a:r>
          </a:p>
        </p:txBody>
      </p:sp>
      <p:sp>
        <p:nvSpPr>
          <p:cNvPr id="3" name="コンテンツ プレースホルダー 2">
            <a:extLst>
              <a:ext uri="{FF2B5EF4-FFF2-40B4-BE49-F238E27FC236}">
                <a16:creationId xmlns:a16="http://schemas.microsoft.com/office/drawing/2014/main" id="{89E4E2CC-1677-485C-94B2-5132EFF9DE14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kumimoji="1" lang="ja-JP" altLang="en-US"/>
              <a:t>マスター テキストの書式設定</a:t>
            </a:r>
          </a:p>
          <a:p>
            <a:pPr lvl="1"/>
            <a:r>
              <a:rPr kumimoji="1" lang="ja-JP" altLang="en-US"/>
              <a:t>第 </a:t>
            </a:r>
            <a:r>
              <a:rPr kumimoji="1" lang="en-US" altLang="ja-JP"/>
              <a:t>2 </a:t>
            </a:r>
            <a:r>
              <a:rPr kumimoji="1" lang="ja-JP" altLang="en-US"/>
              <a:t>レベル</a:t>
            </a:r>
          </a:p>
          <a:p>
            <a:pPr lvl="2"/>
            <a:r>
              <a:rPr kumimoji="1" lang="ja-JP" altLang="en-US"/>
              <a:t>第 </a:t>
            </a:r>
            <a:r>
              <a:rPr kumimoji="1" lang="en-US" altLang="ja-JP"/>
              <a:t>3 </a:t>
            </a:r>
            <a:r>
              <a:rPr kumimoji="1" lang="ja-JP" altLang="en-US"/>
              <a:t>レベル</a:t>
            </a:r>
          </a:p>
          <a:p>
            <a:pPr lvl="3"/>
            <a:r>
              <a:rPr kumimoji="1" lang="ja-JP" altLang="en-US"/>
              <a:t>第 </a:t>
            </a:r>
            <a:r>
              <a:rPr kumimoji="1" lang="en-US" altLang="ja-JP"/>
              <a:t>4 </a:t>
            </a:r>
            <a:r>
              <a:rPr kumimoji="1" lang="ja-JP" altLang="en-US"/>
              <a:t>レベル</a:t>
            </a:r>
          </a:p>
          <a:p>
            <a:pPr lvl="4"/>
            <a:r>
              <a:rPr kumimoji="1" lang="ja-JP" altLang="en-US"/>
              <a:t>第 </a:t>
            </a:r>
            <a:r>
              <a:rPr kumimoji="1" lang="en-US" altLang="ja-JP"/>
              <a:t>5 </a:t>
            </a:r>
            <a:r>
              <a:rPr kumimoji="1" lang="ja-JP" altLang="en-US"/>
              <a:t>レベル</a:t>
            </a:r>
          </a:p>
        </p:txBody>
      </p:sp>
      <p:sp>
        <p:nvSpPr>
          <p:cNvPr id="4" name="テキスト プレースホルダー 3">
            <a:extLst>
              <a:ext uri="{FF2B5EF4-FFF2-40B4-BE49-F238E27FC236}">
                <a16:creationId xmlns:a16="http://schemas.microsoft.com/office/drawing/2014/main" id="{676CBC96-5715-46B0-8855-D0FB8B2F4FED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kumimoji="1" lang="ja-JP" altLang="en-US"/>
              <a:t>マスター テキストの書式設定</a:t>
            </a:r>
          </a:p>
        </p:txBody>
      </p:sp>
      <p:sp>
        <p:nvSpPr>
          <p:cNvPr id="5" name="日付プレースホルダー 4">
            <a:extLst>
              <a:ext uri="{FF2B5EF4-FFF2-40B4-BE49-F238E27FC236}">
                <a16:creationId xmlns:a16="http://schemas.microsoft.com/office/drawing/2014/main" id="{E320499C-0D2C-47A8-862F-5F407FA446F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EA69235-AFEE-412A-91EE-3C7814E4DF4F}" type="datetimeFigureOut">
              <a:rPr kumimoji="1" lang="ja-JP" altLang="en-US" smtClean="0"/>
              <a:t>2026/2/4</a:t>
            </a:fld>
            <a:endParaRPr kumimoji="1" lang="ja-JP" altLang="en-US"/>
          </a:p>
        </p:txBody>
      </p:sp>
      <p:sp>
        <p:nvSpPr>
          <p:cNvPr id="6" name="フッター プレースホルダー 5">
            <a:extLst>
              <a:ext uri="{FF2B5EF4-FFF2-40B4-BE49-F238E27FC236}">
                <a16:creationId xmlns:a16="http://schemas.microsoft.com/office/drawing/2014/main" id="{6B28E081-AE2D-47AE-8BF1-73E0B36C5F9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7" name="スライド番号プレースホルダー 6">
            <a:extLst>
              <a:ext uri="{FF2B5EF4-FFF2-40B4-BE49-F238E27FC236}">
                <a16:creationId xmlns:a16="http://schemas.microsoft.com/office/drawing/2014/main" id="{CB503FBB-0BF9-4E82-8856-8042194984D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3CED3F9-78B6-429F-B11C-A13207865229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1850143417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タイトル付きの図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2867D51D-5BC1-4837-BBAE-4A14F3963DD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kumimoji="1" lang="ja-JP" altLang="en-US"/>
              <a:t>マスター タイトルの書式設定</a:t>
            </a:r>
          </a:p>
        </p:txBody>
      </p:sp>
      <p:sp>
        <p:nvSpPr>
          <p:cNvPr id="3" name="図プレースホルダー 2">
            <a:extLst>
              <a:ext uri="{FF2B5EF4-FFF2-40B4-BE49-F238E27FC236}">
                <a16:creationId xmlns:a16="http://schemas.microsoft.com/office/drawing/2014/main" id="{9E74BA19-2E07-4EC7-B298-FC3FDBC10838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kumimoji="1" lang="ja-JP" altLang="en-US"/>
          </a:p>
        </p:txBody>
      </p:sp>
      <p:sp>
        <p:nvSpPr>
          <p:cNvPr id="4" name="テキスト プレースホルダー 3">
            <a:extLst>
              <a:ext uri="{FF2B5EF4-FFF2-40B4-BE49-F238E27FC236}">
                <a16:creationId xmlns:a16="http://schemas.microsoft.com/office/drawing/2014/main" id="{22E0C537-0FDB-4FC8-8981-08DD49CC0AB9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kumimoji="1" lang="ja-JP" altLang="en-US"/>
              <a:t>マスター テキストの書式設定</a:t>
            </a:r>
          </a:p>
        </p:txBody>
      </p:sp>
      <p:sp>
        <p:nvSpPr>
          <p:cNvPr id="5" name="日付プレースホルダー 4">
            <a:extLst>
              <a:ext uri="{FF2B5EF4-FFF2-40B4-BE49-F238E27FC236}">
                <a16:creationId xmlns:a16="http://schemas.microsoft.com/office/drawing/2014/main" id="{ADFFF84F-D81B-4070-82F9-7621A109D08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EA69235-AFEE-412A-91EE-3C7814E4DF4F}" type="datetimeFigureOut">
              <a:rPr kumimoji="1" lang="ja-JP" altLang="en-US" smtClean="0"/>
              <a:t>2026/2/4</a:t>
            </a:fld>
            <a:endParaRPr kumimoji="1" lang="ja-JP" altLang="en-US"/>
          </a:p>
        </p:txBody>
      </p:sp>
      <p:sp>
        <p:nvSpPr>
          <p:cNvPr id="6" name="フッター プレースホルダー 5">
            <a:extLst>
              <a:ext uri="{FF2B5EF4-FFF2-40B4-BE49-F238E27FC236}">
                <a16:creationId xmlns:a16="http://schemas.microsoft.com/office/drawing/2014/main" id="{2116717B-1910-4D3E-807C-930A9902844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7" name="スライド番号プレースホルダー 6">
            <a:extLst>
              <a:ext uri="{FF2B5EF4-FFF2-40B4-BE49-F238E27FC236}">
                <a16:creationId xmlns:a16="http://schemas.microsoft.com/office/drawing/2014/main" id="{BD9C7A2E-401E-4622-B73F-972A98F7474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3CED3F9-78B6-429F-B11C-A13207865229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1386223480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タイトルと縦書きテキスト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F7090466-2C09-4A12-8337-B2FEA9962D6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kumimoji="1" lang="ja-JP" altLang="en-US"/>
              <a:t>マスター タイトルの書式設定</a:t>
            </a:r>
          </a:p>
        </p:txBody>
      </p:sp>
      <p:sp>
        <p:nvSpPr>
          <p:cNvPr id="3" name="縦書きテキスト プレースホルダー 2">
            <a:extLst>
              <a:ext uri="{FF2B5EF4-FFF2-40B4-BE49-F238E27FC236}">
                <a16:creationId xmlns:a16="http://schemas.microsoft.com/office/drawing/2014/main" id="{DAED10C7-2BB9-4F47-B07E-CF26F7D189DA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kumimoji="1" lang="ja-JP" altLang="en-US"/>
              <a:t>マスター テキストの書式設定</a:t>
            </a:r>
          </a:p>
          <a:p>
            <a:pPr lvl="1"/>
            <a:r>
              <a:rPr kumimoji="1" lang="ja-JP" altLang="en-US"/>
              <a:t>第 </a:t>
            </a:r>
            <a:r>
              <a:rPr kumimoji="1" lang="en-US" altLang="ja-JP"/>
              <a:t>2 </a:t>
            </a:r>
            <a:r>
              <a:rPr kumimoji="1" lang="ja-JP" altLang="en-US"/>
              <a:t>レベル</a:t>
            </a:r>
          </a:p>
          <a:p>
            <a:pPr lvl="2"/>
            <a:r>
              <a:rPr kumimoji="1" lang="ja-JP" altLang="en-US"/>
              <a:t>第 </a:t>
            </a:r>
            <a:r>
              <a:rPr kumimoji="1" lang="en-US" altLang="ja-JP"/>
              <a:t>3 </a:t>
            </a:r>
            <a:r>
              <a:rPr kumimoji="1" lang="ja-JP" altLang="en-US"/>
              <a:t>レベル</a:t>
            </a:r>
          </a:p>
          <a:p>
            <a:pPr lvl="3"/>
            <a:r>
              <a:rPr kumimoji="1" lang="ja-JP" altLang="en-US"/>
              <a:t>第 </a:t>
            </a:r>
            <a:r>
              <a:rPr kumimoji="1" lang="en-US" altLang="ja-JP"/>
              <a:t>4 </a:t>
            </a:r>
            <a:r>
              <a:rPr kumimoji="1" lang="ja-JP" altLang="en-US"/>
              <a:t>レベル</a:t>
            </a:r>
          </a:p>
          <a:p>
            <a:pPr lvl="4"/>
            <a:r>
              <a:rPr kumimoji="1" lang="ja-JP" altLang="en-US"/>
              <a:t>第 </a:t>
            </a:r>
            <a:r>
              <a:rPr kumimoji="1" lang="en-US" altLang="ja-JP"/>
              <a:t>5 </a:t>
            </a:r>
            <a:r>
              <a:rPr kumimoji="1" lang="ja-JP" altLang="en-US"/>
              <a:t>レベル</a:t>
            </a:r>
          </a:p>
        </p:txBody>
      </p:sp>
      <p:sp>
        <p:nvSpPr>
          <p:cNvPr id="4" name="日付プレースホルダー 3">
            <a:extLst>
              <a:ext uri="{FF2B5EF4-FFF2-40B4-BE49-F238E27FC236}">
                <a16:creationId xmlns:a16="http://schemas.microsoft.com/office/drawing/2014/main" id="{CEC3629B-BA9A-4E23-9A1B-91BCF680F0F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EA69235-AFEE-412A-91EE-3C7814E4DF4F}" type="datetimeFigureOut">
              <a:rPr kumimoji="1" lang="ja-JP" altLang="en-US" smtClean="0"/>
              <a:t>2026/2/4</a:t>
            </a:fld>
            <a:endParaRPr kumimoji="1" lang="ja-JP" altLang="en-US"/>
          </a:p>
        </p:txBody>
      </p:sp>
      <p:sp>
        <p:nvSpPr>
          <p:cNvPr id="5" name="フッター プレースホルダー 4">
            <a:extLst>
              <a:ext uri="{FF2B5EF4-FFF2-40B4-BE49-F238E27FC236}">
                <a16:creationId xmlns:a16="http://schemas.microsoft.com/office/drawing/2014/main" id="{AA4C5DAE-6750-4390-AEA7-7781CD592A2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6" name="スライド番号プレースホルダー 5">
            <a:extLst>
              <a:ext uri="{FF2B5EF4-FFF2-40B4-BE49-F238E27FC236}">
                <a16:creationId xmlns:a16="http://schemas.microsoft.com/office/drawing/2014/main" id="{403F506A-D9F3-4197-89BB-40B395F7D50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3CED3F9-78B6-429F-B11C-A13207865229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3032773840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縦書きタイトルと&#10;縦書きテキスト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縦書きタイトル 1">
            <a:extLst>
              <a:ext uri="{FF2B5EF4-FFF2-40B4-BE49-F238E27FC236}">
                <a16:creationId xmlns:a16="http://schemas.microsoft.com/office/drawing/2014/main" id="{62394434-382F-4BDE-9E5F-E08123E6CB97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kumimoji="1" lang="ja-JP" altLang="en-US"/>
              <a:t>マスター タイトルの書式設定</a:t>
            </a:r>
          </a:p>
        </p:txBody>
      </p:sp>
      <p:sp>
        <p:nvSpPr>
          <p:cNvPr id="3" name="縦書きテキスト プレースホルダー 2">
            <a:extLst>
              <a:ext uri="{FF2B5EF4-FFF2-40B4-BE49-F238E27FC236}">
                <a16:creationId xmlns:a16="http://schemas.microsoft.com/office/drawing/2014/main" id="{94C84C49-F01A-4D45-8DF3-E0611F818A20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kumimoji="1" lang="ja-JP" altLang="en-US"/>
              <a:t>マスター テキストの書式設定</a:t>
            </a:r>
          </a:p>
          <a:p>
            <a:pPr lvl="1"/>
            <a:r>
              <a:rPr kumimoji="1" lang="ja-JP" altLang="en-US"/>
              <a:t>第 </a:t>
            </a:r>
            <a:r>
              <a:rPr kumimoji="1" lang="en-US" altLang="ja-JP"/>
              <a:t>2 </a:t>
            </a:r>
            <a:r>
              <a:rPr kumimoji="1" lang="ja-JP" altLang="en-US"/>
              <a:t>レベル</a:t>
            </a:r>
          </a:p>
          <a:p>
            <a:pPr lvl="2"/>
            <a:r>
              <a:rPr kumimoji="1" lang="ja-JP" altLang="en-US"/>
              <a:t>第 </a:t>
            </a:r>
            <a:r>
              <a:rPr kumimoji="1" lang="en-US" altLang="ja-JP"/>
              <a:t>3 </a:t>
            </a:r>
            <a:r>
              <a:rPr kumimoji="1" lang="ja-JP" altLang="en-US"/>
              <a:t>レベル</a:t>
            </a:r>
          </a:p>
          <a:p>
            <a:pPr lvl="3"/>
            <a:r>
              <a:rPr kumimoji="1" lang="ja-JP" altLang="en-US"/>
              <a:t>第 </a:t>
            </a:r>
            <a:r>
              <a:rPr kumimoji="1" lang="en-US" altLang="ja-JP"/>
              <a:t>4 </a:t>
            </a:r>
            <a:r>
              <a:rPr kumimoji="1" lang="ja-JP" altLang="en-US"/>
              <a:t>レベル</a:t>
            </a:r>
          </a:p>
          <a:p>
            <a:pPr lvl="4"/>
            <a:r>
              <a:rPr kumimoji="1" lang="ja-JP" altLang="en-US"/>
              <a:t>第 </a:t>
            </a:r>
            <a:r>
              <a:rPr kumimoji="1" lang="en-US" altLang="ja-JP"/>
              <a:t>5 </a:t>
            </a:r>
            <a:r>
              <a:rPr kumimoji="1" lang="ja-JP" altLang="en-US"/>
              <a:t>レベル</a:t>
            </a:r>
          </a:p>
        </p:txBody>
      </p:sp>
      <p:sp>
        <p:nvSpPr>
          <p:cNvPr id="4" name="日付プレースホルダー 3">
            <a:extLst>
              <a:ext uri="{FF2B5EF4-FFF2-40B4-BE49-F238E27FC236}">
                <a16:creationId xmlns:a16="http://schemas.microsoft.com/office/drawing/2014/main" id="{3D4E6045-D570-4B38-9BAF-DAF4FD0DAB7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EA69235-AFEE-412A-91EE-3C7814E4DF4F}" type="datetimeFigureOut">
              <a:rPr kumimoji="1" lang="ja-JP" altLang="en-US" smtClean="0"/>
              <a:t>2026/2/4</a:t>
            </a:fld>
            <a:endParaRPr kumimoji="1" lang="ja-JP" altLang="en-US"/>
          </a:p>
        </p:txBody>
      </p:sp>
      <p:sp>
        <p:nvSpPr>
          <p:cNvPr id="5" name="フッター プレースホルダー 4">
            <a:extLst>
              <a:ext uri="{FF2B5EF4-FFF2-40B4-BE49-F238E27FC236}">
                <a16:creationId xmlns:a16="http://schemas.microsoft.com/office/drawing/2014/main" id="{B2899C68-D2FA-49B4-86C8-498CD26AFB0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6" name="スライド番号プレースホルダー 5">
            <a:extLst>
              <a:ext uri="{FF2B5EF4-FFF2-40B4-BE49-F238E27FC236}">
                <a16:creationId xmlns:a16="http://schemas.microsoft.com/office/drawing/2014/main" id="{033DF71C-7EBA-4A0B-972C-FF398BC4AF8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3CED3F9-78B6-429F-B11C-A13207865229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1465098267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プレースホルダー 1">
            <a:extLst>
              <a:ext uri="{FF2B5EF4-FFF2-40B4-BE49-F238E27FC236}">
                <a16:creationId xmlns:a16="http://schemas.microsoft.com/office/drawing/2014/main" id="{D5F67B49-F13A-47BD-A37C-683AAAAD3E0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kumimoji="1" lang="ja-JP" altLang="en-US"/>
              <a:t>マスター タイトルの書式設定</a:t>
            </a:r>
          </a:p>
        </p:txBody>
      </p:sp>
      <p:sp>
        <p:nvSpPr>
          <p:cNvPr id="3" name="テキスト プレースホルダー 2">
            <a:extLst>
              <a:ext uri="{FF2B5EF4-FFF2-40B4-BE49-F238E27FC236}">
                <a16:creationId xmlns:a16="http://schemas.microsoft.com/office/drawing/2014/main" id="{2D99F7CE-2844-4136-9B2C-B3143E7E7769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kumimoji="1" lang="ja-JP" altLang="en-US"/>
              <a:t>マスター テキストの書式設定</a:t>
            </a:r>
          </a:p>
          <a:p>
            <a:pPr lvl="1"/>
            <a:r>
              <a:rPr kumimoji="1" lang="ja-JP" altLang="en-US"/>
              <a:t>第 </a:t>
            </a:r>
            <a:r>
              <a:rPr kumimoji="1" lang="en-US" altLang="ja-JP"/>
              <a:t>2 </a:t>
            </a:r>
            <a:r>
              <a:rPr kumimoji="1" lang="ja-JP" altLang="en-US"/>
              <a:t>レベル</a:t>
            </a:r>
          </a:p>
          <a:p>
            <a:pPr lvl="2"/>
            <a:r>
              <a:rPr kumimoji="1" lang="ja-JP" altLang="en-US"/>
              <a:t>第 </a:t>
            </a:r>
            <a:r>
              <a:rPr kumimoji="1" lang="en-US" altLang="ja-JP"/>
              <a:t>3 </a:t>
            </a:r>
            <a:r>
              <a:rPr kumimoji="1" lang="ja-JP" altLang="en-US"/>
              <a:t>レベル</a:t>
            </a:r>
          </a:p>
          <a:p>
            <a:pPr lvl="3"/>
            <a:r>
              <a:rPr kumimoji="1" lang="ja-JP" altLang="en-US"/>
              <a:t>第 </a:t>
            </a:r>
            <a:r>
              <a:rPr kumimoji="1" lang="en-US" altLang="ja-JP"/>
              <a:t>4 </a:t>
            </a:r>
            <a:r>
              <a:rPr kumimoji="1" lang="ja-JP" altLang="en-US"/>
              <a:t>レベル</a:t>
            </a:r>
          </a:p>
          <a:p>
            <a:pPr lvl="4"/>
            <a:r>
              <a:rPr kumimoji="1" lang="ja-JP" altLang="en-US"/>
              <a:t>第 </a:t>
            </a:r>
            <a:r>
              <a:rPr kumimoji="1" lang="en-US" altLang="ja-JP"/>
              <a:t>5 </a:t>
            </a:r>
            <a:r>
              <a:rPr kumimoji="1" lang="ja-JP" altLang="en-US"/>
              <a:t>レベル</a:t>
            </a:r>
          </a:p>
        </p:txBody>
      </p:sp>
      <p:sp>
        <p:nvSpPr>
          <p:cNvPr id="4" name="日付プレースホルダー 3">
            <a:extLst>
              <a:ext uri="{FF2B5EF4-FFF2-40B4-BE49-F238E27FC236}">
                <a16:creationId xmlns:a16="http://schemas.microsoft.com/office/drawing/2014/main" id="{0CB90E15-3C52-4CBE-B801-142AABB6D4C5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2EA69235-AFEE-412A-91EE-3C7814E4DF4F}" type="datetimeFigureOut">
              <a:rPr kumimoji="1" lang="ja-JP" altLang="en-US" smtClean="0"/>
              <a:t>2026/2/4</a:t>
            </a:fld>
            <a:endParaRPr kumimoji="1" lang="ja-JP" altLang="en-US"/>
          </a:p>
        </p:txBody>
      </p:sp>
      <p:sp>
        <p:nvSpPr>
          <p:cNvPr id="5" name="フッター プレースホルダー 4">
            <a:extLst>
              <a:ext uri="{FF2B5EF4-FFF2-40B4-BE49-F238E27FC236}">
                <a16:creationId xmlns:a16="http://schemas.microsoft.com/office/drawing/2014/main" id="{66BA51A0-B45C-4D50-A684-15753CEA51CF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kumimoji="1" lang="ja-JP" altLang="en-US"/>
          </a:p>
        </p:txBody>
      </p:sp>
      <p:sp>
        <p:nvSpPr>
          <p:cNvPr id="6" name="スライド番号プレースホルダー 5">
            <a:extLst>
              <a:ext uri="{FF2B5EF4-FFF2-40B4-BE49-F238E27FC236}">
                <a16:creationId xmlns:a16="http://schemas.microsoft.com/office/drawing/2014/main" id="{913B9B8D-0A62-46F1-B635-C5BD0BFE7D38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B3CED3F9-78B6-429F-B11C-A13207865229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572064515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kumimoji="1"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kumimoji="1"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kumimoji="1"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kumimoji="1"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ja-JP"/>
      </a:defPPr>
      <a:lvl1pPr marL="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テキスト ボックス 4">
            <a:extLst>
              <a:ext uri="{FF2B5EF4-FFF2-40B4-BE49-F238E27FC236}">
                <a16:creationId xmlns:a16="http://schemas.microsoft.com/office/drawing/2014/main" id="{CA788633-49B1-4D23-98DD-CB4C5C8C021B}"/>
              </a:ext>
            </a:extLst>
          </p:cNvPr>
          <p:cNvSpPr txBox="1"/>
          <p:nvPr/>
        </p:nvSpPr>
        <p:spPr>
          <a:xfrm>
            <a:off x="0" y="0"/>
            <a:ext cx="3416320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kumimoji="1" lang="ja-JP" altLang="en-US" u="sng" dirty="0"/>
              <a:t>ゲームルール、プレイヤー関連</a:t>
            </a:r>
          </a:p>
        </p:txBody>
      </p:sp>
      <p:sp>
        <p:nvSpPr>
          <p:cNvPr id="6" name="テキスト ボックス 5">
            <a:extLst>
              <a:ext uri="{FF2B5EF4-FFF2-40B4-BE49-F238E27FC236}">
                <a16:creationId xmlns:a16="http://schemas.microsoft.com/office/drawing/2014/main" id="{72880DD5-EBA4-47DE-91B9-1731D6E8E155}"/>
              </a:ext>
            </a:extLst>
          </p:cNvPr>
          <p:cNvSpPr txBox="1"/>
          <p:nvPr/>
        </p:nvSpPr>
        <p:spPr>
          <a:xfrm>
            <a:off x="618067" y="863600"/>
            <a:ext cx="10761133" cy="175432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kumimoji="1" lang="en-US" altLang="ja-JP" dirty="0"/>
              <a:t>※</a:t>
            </a:r>
            <a:r>
              <a:rPr kumimoji="1" lang="ja-JP" altLang="en-US" dirty="0"/>
              <a:t>随時追加</a:t>
            </a:r>
            <a:endParaRPr kumimoji="1" lang="en-US" altLang="ja-JP" dirty="0"/>
          </a:p>
          <a:p>
            <a:r>
              <a:rPr lang="ja-JP" altLang="en-US" dirty="0"/>
              <a:t>・強制スクロール</a:t>
            </a:r>
            <a:endParaRPr kumimoji="1" lang="en-US" altLang="ja-JP" dirty="0"/>
          </a:p>
          <a:p>
            <a:r>
              <a:rPr kumimoji="1" lang="ja-JP" altLang="en-US" dirty="0"/>
              <a:t>・</a:t>
            </a:r>
            <a:r>
              <a:rPr lang="ja-JP" altLang="en-US" dirty="0"/>
              <a:t>プレイヤー</a:t>
            </a:r>
            <a:r>
              <a:rPr kumimoji="1" lang="ja-JP" altLang="en-US" dirty="0"/>
              <a:t>のライフ</a:t>
            </a:r>
            <a:r>
              <a:rPr lang="ja-JP" altLang="en-US" dirty="0"/>
              <a:t>は３、敵に当たるとライフが１減る</a:t>
            </a:r>
            <a:endParaRPr lang="en-US" altLang="ja-JP" dirty="0"/>
          </a:p>
          <a:p>
            <a:r>
              <a:rPr kumimoji="1" lang="ja-JP" altLang="en-US" dirty="0"/>
              <a:t>・</a:t>
            </a:r>
            <a:r>
              <a:rPr lang="ja-JP" altLang="en-US" dirty="0"/>
              <a:t>ライフ</a:t>
            </a:r>
            <a:r>
              <a:rPr kumimoji="1" lang="ja-JP" altLang="en-US" dirty="0"/>
              <a:t>が</a:t>
            </a:r>
            <a:r>
              <a:rPr kumimoji="1" lang="en-US" altLang="ja-JP" dirty="0"/>
              <a:t>0</a:t>
            </a:r>
            <a:r>
              <a:rPr kumimoji="1" lang="ja-JP" altLang="en-US" dirty="0"/>
              <a:t>になったらゲームオーバー</a:t>
            </a:r>
            <a:endParaRPr kumimoji="1" lang="en-US" altLang="ja-JP" dirty="0"/>
          </a:p>
          <a:p>
            <a:r>
              <a:rPr lang="ja-JP" altLang="en-US" dirty="0"/>
              <a:t>・弾を撃つ向きを決めて弾を撃つ</a:t>
            </a:r>
            <a:endParaRPr kumimoji="1" lang="en-US" altLang="ja-JP" dirty="0"/>
          </a:p>
          <a:p>
            <a:r>
              <a:rPr lang="ja-JP" altLang="en-US" dirty="0"/>
              <a:t>・ゴールには複数枚のコインを集める必要がある</a:t>
            </a:r>
            <a:endParaRPr lang="en-US" altLang="ja-JP" dirty="0"/>
          </a:p>
        </p:txBody>
      </p:sp>
    </p:spTree>
    <p:extLst>
      <p:ext uri="{BB962C8B-B14F-4D97-AF65-F5344CB8AC3E}">
        <p14:creationId xmlns:p14="http://schemas.microsoft.com/office/powerpoint/2010/main" val="2538783624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テキスト ボックス 3">
            <a:extLst>
              <a:ext uri="{FF2B5EF4-FFF2-40B4-BE49-F238E27FC236}">
                <a16:creationId xmlns:a16="http://schemas.microsoft.com/office/drawing/2014/main" id="{EEB9131D-C1E7-4E27-A65B-55E02231E98A}"/>
              </a:ext>
            </a:extLst>
          </p:cNvPr>
          <p:cNvSpPr txBox="1"/>
          <p:nvPr/>
        </p:nvSpPr>
        <p:spPr>
          <a:xfrm>
            <a:off x="0" y="0"/>
            <a:ext cx="1107996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kumimoji="1" lang="ja-JP" altLang="en-US" u="sng" dirty="0"/>
              <a:t>基本操作</a:t>
            </a:r>
          </a:p>
        </p:txBody>
      </p:sp>
      <p:graphicFrame>
        <p:nvGraphicFramePr>
          <p:cNvPr id="5" name="表 2">
            <a:extLst>
              <a:ext uri="{FF2B5EF4-FFF2-40B4-BE49-F238E27FC236}">
                <a16:creationId xmlns:a16="http://schemas.microsoft.com/office/drawing/2014/main" id="{3CC4F9C8-2B86-4E8F-928D-27580769640B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4097338926"/>
              </p:ext>
            </p:extLst>
          </p:nvPr>
        </p:nvGraphicFramePr>
        <p:xfrm>
          <a:off x="491064" y="1454573"/>
          <a:ext cx="10924435" cy="18288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619568">
                  <a:extLst>
                    <a:ext uri="{9D8B030D-6E8A-4147-A177-3AD203B41FA5}">
                      <a16:colId xmlns:a16="http://schemas.microsoft.com/office/drawing/2014/main" val="151447466"/>
                    </a:ext>
                  </a:extLst>
                </a:gridCol>
                <a:gridCol w="2751667">
                  <a:extLst>
                    <a:ext uri="{9D8B030D-6E8A-4147-A177-3AD203B41FA5}">
                      <a16:colId xmlns:a16="http://schemas.microsoft.com/office/drawing/2014/main" val="3018547119"/>
                    </a:ext>
                  </a:extLst>
                </a:gridCol>
                <a:gridCol w="6553200">
                  <a:extLst>
                    <a:ext uri="{9D8B030D-6E8A-4147-A177-3AD203B41FA5}">
                      <a16:colId xmlns:a16="http://schemas.microsoft.com/office/drawing/2014/main" val="3006652804"/>
                    </a:ext>
                  </a:extLst>
                </a:gridCol>
              </a:tblGrid>
              <a:tr h="323003">
                <a:tc>
                  <a:txBody>
                    <a:bodyPr/>
                    <a:lstStyle/>
                    <a:p>
                      <a:r>
                        <a:rPr kumimoji="1" lang="ja-JP" altLang="en-US" dirty="0"/>
                        <a:t>キーボード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kumimoji="1" lang="ja-JP" altLang="en-US" dirty="0"/>
                        <a:t>ゲームパッド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kumimoji="1" lang="ja-JP" altLang="en-US" dirty="0"/>
                        <a:t>動作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612052219"/>
                  </a:ext>
                </a:extLst>
              </a:tr>
              <a:tr h="323003">
                <a:tc>
                  <a:txBody>
                    <a:bodyPr/>
                    <a:lstStyle/>
                    <a:p>
                      <a:r>
                        <a:rPr kumimoji="1" lang="ja-JP" altLang="en-US" dirty="0"/>
                        <a:t>カーソルキー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kumimoji="1" lang="ja-JP" altLang="en-US" dirty="0"/>
                        <a:t>十字キー、左スティック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kumimoji="1" lang="ja-JP" altLang="en-US" dirty="0"/>
                        <a:t>移動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319909912"/>
                  </a:ext>
                </a:extLst>
              </a:tr>
              <a:tr h="323003">
                <a:tc>
                  <a:txBody>
                    <a:bodyPr/>
                    <a:lstStyle/>
                    <a:p>
                      <a:r>
                        <a:rPr kumimoji="1" lang="en-US" altLang="ja-JP" dirty="0"/>
                        <a:t>Z</a:t>
                      </a:r>
                      <a:endParaRPr kumimoji="1" lang="ja-JP" alt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kumimoji="1" lang="en-US" altLang="ja-JP" dirty="0"/>
                        <a:t>LT, LB</a:t>
                      </a:r>
                      <a:endParaRPr kumimoji="1" lang="ja-JP" alt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kumimoji="1" lang="ja-JP" altLang="en-US" dirty="0"/>
                        <a:t>ジャンプ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773519700"/>
                  </a:ext>
                </a:extLst>
              </a:tr>
              <a:tr h="323003">
                <a:tc>
                  <a:txBody>
                    <a:bodyPr/>
                    <a:lstStyle/>
                    <a:p>
                      <a:r>
                        <a:rPr kumimoji="1" lang="en-US" altLang="ja-JP" dirty="0"/>
                        <a:t>SPACE</a:t>
                      </a:r>
                      <a:endParaRPr kumimoji="1" lang="ja-JP" alt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kumimoji="1" lang="en-US" altLang="ja-JP" dirty="0"/>
                        <a:t>RT, RB</a:t>
                      </a:r>
                      <a:endParaRPr kumimoji="1" lang="ja-JP" alt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kumimoji="1" lang="ja-JP" altLang="en-US" dirty="0"/>
                        <a:t>弾を撃つ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525222039"/>
                  </a:ext>
                </a:extLst>
              </a:tr>
              <a:tr h="323003">
                <a:tc>
                  <a:txBody>
                    <a:bodyPr/>
                    <a:lstStyle/>
                    <a:p>
                      <a:r>
                        <a:rPr kumimoji="1" lang="en-US" altLang="ja-JP" dirty="0"/>
                        <a:t>A,</a:t>
                      </a:r>
                      <a:r>
                        <a:rPr kumimoji="1" lang="ja-JP" altLang="en-US" dirty="0"/>
                        <a:t> </a:t>
                      </a:r>
                      <a:r>
                        <a:rPr kumimoji="1" lang="en-US" altLang="ja-JP" dirty="0"/>
                        <a:t>W,</a:t>
                      </a:r>
                      <a:r>
                        <a:rPr kumimoji="1" lang="ja-JP" altLang="en-US" dirty="0"/>
                        <a:t> </a:t>
                      </a:r>
                      <a:r>
                        <a:rPr kumimoji="1" lang="en-US" altLang="ja-JP" dirty="0"/>
                        <a:t>D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kumimoji="1" lang="ja-JP" altLang="en-US" dirty="0"/>
                        <a:t>右スティック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kumimoji="1" lang="ja-JP" altLang="en-US" dirty="0"/>
                        <a:t>弾の向き</a:t>
                      </a:r>
                      <a:endParaRPr kumimoji="1" lang="en-US" altLang="ja-JP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729304794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1196785358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テーマ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游ゴシック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游ゴシック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40</TotalTime>
  <Words>90</Words>
  <Application>Microsoft Office PowerPoint</Application>
  <PresentationFormat>ワイド画面</PresentationFormat>
  <Paragraphs>23</Paragraphs>
  <Slides>2</Slides>
  <Notes>0</Notes>
  <HiddenSlides>0</HiddenSlides>
  <MMClips>0</MMClips>
  <ScaleCrop>false</ScaleCrop>
  <HeadingPairs>
    <vt:vector size="6" baseType="variant">
      <vt:variant>
        <vt:lpstr>使用されているフォント</vt:lpstr>
      </vt:variant>
      <vt:variant>
        <vt:i4>3</vt:i4>
      </vt:variant>
      <vt:variant>
        <vt:lpstr>テーマ</vt:lpstr>
      </vt:variant>
      <vt:variant>
        <vt:i4>1</vt:i4>
      </vt:variant>
      <vt:variant>
        <vt:lpstr>スライド タイトル</vt:lpstr>
      </vt:variant>
      <vt:variant>
        <vt:i4>2</vt:i4>
      </vt:variant>
    </vt:vector>
  </HeadingPairs>
  <TitlesOfParts>
    <vt:vector size="6" baseType="lpstr">
      <vt:lpstr>游ゴシック</vt:lpstr>
      <vt:lpstr>游ゴシック Light</vt:lpstr>
      <vt:lpstr>Arial</vt:lpstr>
      <vt:lpstr>Office テーマ</vt:lpstr>
      <vt:lpstr>PowerPoint プレゼンテーション</vt:lpstr>
      <vt:lpstr>PowerPoint プレゼンテーション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PowerPoint プレゼンテーション</dc:title>
  <dc:creator>田中　翔陽</dc:creator>
  <cp:lastModifiedBy>田中　翔陽</cp:lastModifiedBy>
  <cp:revision>4</cp:revision>
  <dcterms:created xsi:type="dcterms:W3CDTF">2026-02-04T03:00:17Z</dcterms:created>
  <dcterms:modified xsi:type="dcterms:W3CDTF">2026-02-04T03:40:49Z</dcterms:modified>
</cp:coreProperties>
</file>