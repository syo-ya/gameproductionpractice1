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29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934C1D-7EF5-4C4E-B929-1CE9B7CE6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A1DA228-172D-4250-89E6-53BDF7A864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E1AA48-4EF1-46CA-8AB3-FC9002679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9235-AFEE-412A-91EE-3C7814E4DF4F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79EE11-BD4C-4793-9D06-959399A4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13141F0-7171-4E9E-9A02-5773960F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D3F9-78B6-429F-B11C-A13207865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3685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AB14F7-9904-44F5-BE39-A8AE1C6FF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9423015-6045-4B18-9F76-CC21A4612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CF9866-FDF9-46CD-B5C8-805730DA9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9235-AFEE-412A-91EE-3C7814E4DF4F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2BB290-F2EF-48B6-BFE5-AC75B51BB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A55B75-2A16-461F-809A-7B276C534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D3F9-78B6-429F-B11C-A13207865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5402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49C639-DD6E-4B38-85AD-AC382D790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B8DE5F1-6FB0-4B20-A528-5F9284245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334582-3AAE-43DB-AEB4-484BC314E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9235-AFEE-412A-91EE-3C7814E4DF4F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155057-FC0E-4558-AA43-7C090F739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0EADF1-C7BE-4E99-BF1C-10B2A49EB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D3F9-78B6-429F-B11C-A13207865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7882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6D9D9B-4FC3-4EC4-91A5-D463A9A3A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BE5451-ED08-4AEF-88ED-849B1B9D81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7ED3A0F-EF06-4B3F-BDEA-F87560ED8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BE49BDC-70A0-4096-A471-D8C2507FF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9235-AFEE-412A-91EE-3C7814E4DF4F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8C18915-CD98-438A-BBEA-F83334636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C51B94-9A1C-488E-8941-8629462E3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D3F9-78B6-429F-B11C-A13207865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738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758800-A318-4BED-A59F-7B48A973D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7B8A800-7669-45AE-ADCE-63C525739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101168F-0DA1-4E9A-AFE1-9842531DF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6796658-355A-48ED-9204-78975A3312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53EC9F8-19F6-4E45-A445-26D0EF975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13D282B-D148-43FB-AEDF-352153B01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9235-AFEE-412A-91EE-3C7814E4DF4F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0268647-B108-4A97-B576-AA01EA55F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72D34DE-4C94-4F8A-87EB-963FCBD56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D3F9-78B6-429F-B11C-A13207865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8917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7BBC21-F502-4DED-AEA6-1E9A91885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03248BA-363B-4937-9C72-C82573A36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9235-AFEE-412A-91EE-3C7814E4DF4F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68D8F02-C418-4BC6-AA82-2DB71FAB1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640DFBA-CA7F-4949-81CA-29947D7A2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D3F9-78B6-429F-B11C-A13207865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0478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1CDEDF2-9F4D-4A5F-B899-05EE45301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9235-AFEE-412A-91EE-3C7814E4DF4F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A1F6E81-334F-4698-8373-4E0F398AC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B21ECA8-D0E8-4809-B3CB-884D4AAEF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D3F9-78B6-429F-B11C-A13207865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9660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8B3007-4E48-46AA-8075-3E83D8F9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9E4E2CC-1677-485C-94B2-5132EFF9D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76CBC96-5715-46B0-8855-D0FB8B2F4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320499C-0D2C-47A8-862F-5F407FA44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9235-AFEE-412A-91EE-3C7814E4DF4F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B28E081-AE2D-47AE-8BF1-73E0B36C5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B503FBB-0BF9-4E82-8856-804219498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D3F9-78B6-429F-B11C-A13207865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0143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67D51D-5BC1-4837-BBAE-4A14F3963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E74BA19-2E07-4EC7-B298-FC3FDBC10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2E0C537-0FDB-4FC8-8981-08DD49CC0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FFF84F-D81B-4070-82F9-7621A109D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9235-AFEE-412A-91EE-3C7814E4DF4F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116717B-1910-4D3E-807C-930A99028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D9C7A2E-401E-4622-B73F-972A98F74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D3F9-78B6-429F-B11C-A13207865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6223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090466-2C09-4A12-8337-B2FEA9962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AED10C7-2BB9-4F47-B07E-CF26F7D18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C3629B-BA9A-4E23-9A1B-91BCF680F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9235-AFEE-412A-91EE-3C7814E4DF4F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4C5DAE-6750-4390-AEA7-7781CD592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3F506A-D9F3-4197-89BB-40B395F7D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D3F9-78B6-429F-B11C-A13207865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2773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2394434-382F-4BDE-9E5F-E08123E6CB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4C84C49-F01A-4D45-8DF3-E0611F818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4E6045-D570-4B38-9BAF-DAF4FD0DA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9235-AFEE-412A-91EE-3C7814E4DF4F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899C68-D2FA-49B4-86C8-498CD26AF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3DF71C-7EBA-4A0B-972C-FF398BC4A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D3F9-78B6-429F-B11C-A13207865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5098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5F67B49-F13A-47BD-A37C-683AAAAD3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D99F7CE-2844-4136-9B2C-B3143E7E7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B90E15-3C52-4CBE-B801-142AABB6D4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69235-AFEE-412A-91EE-3C7814E4DF4F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BA51A0-B45C-4D50-A684-15753CEA51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3B9B8D-0A62-46F1-B635-C5BD0BFE7D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ED3F9-78B6-429F-B11C-A13207865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2064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A788633-49B1-4D23-98DD-CB4C5C8C021B}"/>
              </a:ext>
            </a:extLst>
          </p:cNvPr>
          <p:cNvSpPr txBox="1"/>
          <p:nvPr/>
        </p:nvSpPr>
        <p:spPr>
          <a:xfrm>
            <a:off x="0" y="0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ゲームルール、プレイヤー関連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2880DD5-EBA4-47DE-91B9-1731D6E8E155}"/>
              </a:ext>
            </a:extLst>
          </p:cNvPr>
          <p:cNvSpPr txBox="1"/>
          <p:nvPr/>
        </p:nvSpPr>
        <p:spPr>
          <a:xfrm>
            <a:off x="618067" y="863600"/>
            <a:ext cx="107611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随時追加</a:t>
            </a:r>
            <a:endParaRPr lang="en-US" altLang="ja-JP" dirty="0"/>
          </a:p>
          <a:p>
            <a:r>
              <a:rPr kumimoji="1" lang="ja-JP" altLang="en-US" dirty="0"/>
              <a:t>・</a:t>
            </a:r>
            <a:r>
              <a:rPr lang="ja-JP" altLang="en-US" dirty="0"/>
              <a:t>プレイヤー</a:t>
            </a:r>
            <a:r>
              <a:rPr kumimoji="1" lang="ja-JP" altLang="en-US" dirty="0"/>
              <a:t>のライフ</a:t>
            </a:r>
            <a:r>
              <a:rPr lang="ja-JP" altLang="en-US" dirty="0"/>
              <a:t>は３、敵に当たるとライフが１減る</a:t>
            </a:r>
            <a:endParaRPr lang="en-US" altLang="ja-JP" dirty="0"/>
          </a:p>
          <a:p>
            <a:r>
              <a:rPr kumimoji="1" lang="ja-JP" altLang="en-US" dirty="0"/>
              <a:t>・</a:t>
            </a:r>
            <a:r>
              <a:rPr lang="ja-JP" altLang="en-US" dirty="0"/>
              <a:t>ライフ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になったらゲームオーバー</a:t>
            </a:r>
            <a:endParaRPr kumimoji="1" lang="en-US" altLang="ja-JP" dirty="0"/>
          </a:p>
          <a:p>
            <a:r>
              <a:rPr lang="ja-JP" altLang="en-US" dirty="0"/>
              <a:t>・弾を撃つ向きを決めて弾を撃つ</a:t>
            </a:r>
            <a:endParaRPr kumimoji="1" lang="en-US" altLang="ja-JP" dirty="0"/>
          </a:p>
          <a:p>
            <a:r>
              <a:rPr lang="ja-JP" altLang="en-US" dirty="0"/>
              <a:t>・ゴールには複数枚のコインを集める必要がある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538783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EB9131D-C1E7-4E27-A65B-55E02231E98A}"/>
              </a:ext>
            </a:extLst>
          </p:cNvPr>
          <p:cNvSpPr txBox="1"/>
          <p:nvPr/>
        </p:nvSpPr>
        <p:spPr>
          <a:xfrm>
            <a:off x="0" y="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基本操作</a:t>
            </a:r>
          </a:p>
        </p:txBody>
      </p:sp>
      <p:graphicFrame>
        <p:nvGraphicFramePr>
          <p:cNvPr id="5" name="表 2">
            <a:extLst>
              <a:ext uri="{FF2B5EF4-FFF2-40B4-BE49-F238E27FC236}">
                <a16:creationId xmlns:a16="http://schemas.microsoft.com/office/drawing/2014/main" id="{3CC4F9C8-2B86-4E8F-928D-275807696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046826"/>
              </p:ext>
            </p:extLst>
          </p:nvPr>
        </p:nvGraphicFramePr>
        <p:xfrm>
          <a:off x="491064" y="1454573"/>
          <a:ext cx="1092443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568">
                  <a:extLst>
                    <a:ext uri="{9D8B030D-6E8A-4147-A177-3AD203B41FA5}">
                      <a16:colId xmlns:a16="http://schemas.microsoft.com/office/drawing/2014/main" val="151447466"/>
                    </a:ext>
                  </a:extLst>
                </a:gridCol>
                <a:gridCol w="2751667">
                  <a:extLst>
                    <a:ext uri="{9D8B030D-6E8A-4147-A177-3AD203B41FA5}">
                      <a16:colId xmlns:a16="http://schemas.microsoft.com/office/drawing/2014/main" val="3018547119"/>
                    </a:ext>
                  </a:extLst>
                </a:gridCol>
                <a:gridCol w="6553200">
                  <a:extLst>
                    <a:ext uri="{9D8B030D-6E8A-4147-A177-3AD203B41FA5}">
                      <a16:colId xmlns:a16="http://schemas.microsoft.com/office/drawing/2014/main" val="3006652804"/>
                    </a:ext>
                  </a:extLst>
                </a:gridCol>
              </a:tblGrid>
              <a:tr h="323003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キーボード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ゲームパッド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動作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052219"/>
                  </a:ext>
                </a:extLst>
              </a:tr>
              <a:tr h="323003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カーソルキー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十字キー、左スティック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移動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909912"/>
                  </a:ext>
                </a:extLst>
              </a:tr>
              <a:tr h="32300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Z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ジャンプ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519700"/>
                  </a:ext>
                </a:extLst>
              </a:tr>
              <a:tr h="32300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SPACE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B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弾を撃つ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222039"/>
                  </a:ext>
                </a:extLst>
              </a:tr>
              <a:tr h="32300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A,</a:t>
                      </a:r>
                      <a:r>
                        <a:rPr kumimoji="1" lang="ja-JP" altLang="en-US" dirty="0"/>
                        <a:t> </a:t>
                      </a:r>
                      <a:r>
                        <a:rPr kumimoji="1" lang="en-US" altLang="ja-JP" dirty="0"/>
                        <a:t>W,</a:t>
                      </a:r>
                      <a:r>
                        <a:rPr kumimoji="1" lang="ja-JP" altLang="en-US" dirty="0"/>
                        <a:t> </a:t>
                      </a:r>
                      <a:r>
                        <a:rPr kumimoji="1" lang="en-US" altLang="ja-JP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右スティック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弾の向き</a:t>
                      </a:r>
                      <a:endParaRPr kumimoji="1" lang="en-US" alt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304794"/>
                  </a:ext>
                </a:extLst>
              </a:tr>
              <a:tr h="32300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ダッシュ</a:t>
                      </a:r>
                      <a:endParaRPr kumimoji="1" lang="en-US" alt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939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6785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86</Words>
  <Application>Microsoft Office PowerPoint</Application>
  <PresentationFormat>ワイド画面</PresentationFormat>
  <Paragraphs>25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田中　翔陽</dc:creator>
  <cp:lastModifiedBy>田中　翔陽</cp:lastModifiedBy>
  <cp:revision>7</cp:revision>
  <dcterms:created xsi:type="dcterms:W3CDTF">2026-02-04T03:00:17Z</dcterms:created>
  <dcterms:modified xsi:type="dcterms:W3CDTF">2026-02-18T00:51:46Z</dcterms:modified>
</cp:coreProperties>
</file>