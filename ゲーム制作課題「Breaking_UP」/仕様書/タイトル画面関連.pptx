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29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2B080F-A3B9-48A4-8BB2-8F90E683BE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091FA5C-583C-466B-9A52-D144B6DD65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DFEC47-6813-4FD6-86B1-F20BC7C96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E453BD-C6A6-469A-B5F0-357BE72DD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339F04F-FB29-4C91-919D-FA09F9C35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4233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4A601F-0613-4964-A9B2-CAA45881F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576251-92D8-4ABE-9D6F-53F34F165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6AD6B3-1E2B-4665-AC75-6B843ECE6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2F2BAA-0B69-4820-AE3C-FC8C711E3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9049AE-1741-4154-8D87-DC69521F9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8516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E90552-AF4B-4278-A80D-C2D5CAE1D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D83523-9D51-4F5D-9217-E342F4E13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1385A1-5C70-4223-99A5-86EBD5562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F62277-EF2C-4947-B669-475549A99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B3BC25-A14C-497A-A0C6-3EE826B21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7430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7A4AA9-DC3E-4BB4-9C71-C46C2CD67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53C6850-9695-4A14-A3E8-FF1886CAB1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EABD3FE-F68A-440B-9660-9B3CFE001E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0ED466-1D20-4E72-8E76-D2D7B2145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3F264AE-CD75-41FA-AE97-8F15340C4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C3702E6-392E-4131-BEE5-DA5BBF460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3521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900E74-7E56-43F5-899C-1F04C314D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AC325E-877A-4B25-82F5-68059B7342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D875ADC-C424-4379-977A-D96BBD75EA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16F8250-D1F6-4BC7-8DFD-509323E4F8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04F1104-602F-44C9-8C56-C23E134697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402DB6-5BCB-4874-A37B-8AC0635C2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FAA4BA-BA6B-4868-B7A7-0A35F9ADA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E28EDA0-1BD1-42D1-9FC9-5C0057D2C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8812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57C297-FBC3-472E-BCC6-93423BF54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B72A4A5-F1AF-4293-B354-C0DFE9E3E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A3183A3-A5D1-4FD4-9490-6C9D05548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6E7CE1E-9E40-4A3A-B78D-4CD1AC702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0045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34EF492-C576-4661-96E3-C4708AD3E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C412721-E0FE-4450-80F4-2E57E4DF3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454D13-706D-476C-979D-6FE472CBD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4979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55235F-E180-457B-8759-E4184CCFF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8E17A1-724B-41FB-B523-33AB83839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B34A894-E992-458F-813C-ABA7D2432F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75DBCE-D1B3-4DD6-B650-2D7F756D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DC2542C-BDDF-4E86-AC1B-BD770E0C0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0DED0C0-AE32-4085-9416-A0FAB4682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8940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6091C8-5C34-48DF-B708-FBC1F9CD9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EE8C19F-9829-42ED-BF64-78D248AD44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7E40F3D-F9C1-4ECD-B7B7-22A4F77F61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C9D55F4-3C9B-49D5-AD30-8CADB0A0E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2BCC29B-4A20-4ACB-B44B-A696E58B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696C0E8-40F6-4E40-89FF-6E1029E8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0421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A3253A-D895-42B7-8D9E-5BA0AFADA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2FDDA6-ABB7-4523-AB8F-70FF2452F9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951B13-AF4C-482D-83E9-6FE7CC208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27031E-360D-4913-B60E-10A1EC6EB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2B109A-5F30-445E-A432-C8B2889A4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367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7E2A9D3-6106-41CF-9365-879406991A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B912EAC-68AF-4AEE-A19A-9F6B255B8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567837-5E0E-40F6-859A-4B1094EFC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EA74D6-97D0-411A-A39D-D62F4D81D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571CA7-39C0-4B9A-B4CA-1A68B97B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4760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83D6B3F-DB96-4363-B8B9-0E9DD6E5A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65B6F2D-DA3F-46D9-BFF2-FB09CFC20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4B74790-46D4-45C9-A095-DE0FC8544F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F8C306-A8F6-4942-97D0-C7DA3DD9419B}" type="datetimeFigureOut">
              <a:rPr kumimoji="1" lang="ja-JP" altLang="en-US" smtClean="0"/>
              <a:t>2026/2/5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97108C-A5B0-4374-A2DA-BEB38E92C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1964DD-FAA0-4A9C-A09B-E55980BF1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E7580A-C3A4-4031-8E90-90D5451F8C5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2711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7E33E2-5FFC-46D4-AFF7-A9B3F0C9E3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6794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田中　翔陽</dc:creator>
  <cp:lastModifiedBy>田中　翔陽</cp:lastModifiedBy>
  <cp:revision>1</cp:revision>
  <dcterms:created xsi:type="dcterms:W3CDTF">2026-02-05T02:50:11Z</dcterms:created>
  <dcterms:modified xsi:type="dcterms:W3CDTF">2026-02-05T02:50:53Z</dcterms:modified>
</cp:coreProperties>
</file>