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B080F-A3B9-48A4-8BB2-8F90E683B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91FA5C-583C-466B-9A52-D144B6DD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DFEC47-6813-4FD6-86B1-F20BC7C9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E453BD-C6A6-469A-B5F0-357BE72D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9F04F-FB29-4C91-919D-FA09F9C3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23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A601F-0613-4964-A9B2-CAA45881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576251-92D8-4ABE-9D6F-53F34F165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6AD6B3-1E2B-4665-AC75-6B843ECE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2F2BAA-0B69-4820-AE3C-FC8C711E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9049AE-1741-4154-8D87-DC69521F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51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E90552-AF4B-4278-A80D-C2D5CAE1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D83523-9D51-4F5D-9217-E342F4E13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385A1-5C70-4223-99A5-86EBD556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62277-EF2C-4947-B669-475549A9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3BC25-A14C-497A-A0C6-3EE826B2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430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7A4AA9-DC3E-4BB4-9C71-C46C2CD6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3C6850-9695-4A14-A3E8-FF1886CAB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ABD3FE-F68A-440B-9660-9B3CFE001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ED466-1D20-4E72-8E76-D2D7B214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F264AE-CD75-41FA-AE97-8F15340C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3702E6-392E-4131-BEE5-DA5BBF46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52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00E74-7E56-43F5-899C-1F04C314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AC325E-877A-4B25-82F5-68059B73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875ADC-C424-4379-977A-D96BBD75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6F8250-D1F6-4BC7-8DFD-509323E4F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4F1104-602F-44C9-8C56-C23E13469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402DB6-5BCB-4874-A37B-8AC0635C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FAA4BA-BA6B-4868-B7A7-0A35F9AD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28EDA0-1BD1-42D1-9FC9-5C0057D2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81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7C297-FBC3-472E-BCC6-93423BF54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72A4A5-F1AF-4293-B354-C0DFE9E3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3183A3-A5D1-4FD4-9490-6C9D0554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6E7CE1E-9E40-4A3A-B78D-4CD1AC70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004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34EF492-C576-4661-96E3-C4708AD3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412721-E0FE-4450-80F4-2E57E4DF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454D13-706D-476C-979D-6FE472CB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97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55235F-E180-457B-8759-E4184CCF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8E17A1-724B-41FB-B523-33AB83839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34A894-E992-458F-813C-ABA7D2432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75DBCE-D1B3-4DD6-B650-2D7F756D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C2542C-BDDF-4E86-AC1B-BD770E0C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DED0C0-AE32-4085-9416-A0FAB468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94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091C8-5C34-48DF-B708-FBC1F9CD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E8C19F-9829-42ED-BF64-78D248AD4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E40F3D-F9C1-4ECD-B7B7-22A4F77F6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9D55F4-3C9B-49D5-AD30-8CADB0A0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BCC29B-4A20-4ACB-B44B-A696E58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96C0E8-40F6-4E40-89FF-6E1029E8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42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3253A-D895-42B7-8D9E-5BA0AFAD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2FDDA6-ABB7-4523-AB8F-70FF2452F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51B13-AF4C-482D-83E9-6FE7CC20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27031E-360D-4913-B60E-10A1EC6E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2B109A-5F30-445E-A432-C8B2889A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36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E2A9D3-6106-41CF-9365-879406991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912EAC-68AF-4AEE-A19A-9F6B255B8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67837-5E0E-40F6-859A-4B1094EF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8C306-A8F6-4942-97D0-C7DA3DD9419B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EA74D6-97D0-411A-A39D-D62F4D81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571CA7-39C0-4B9A-B4CA-1A68B97B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7580A-C3A4-4031-8E90-90D5451F8C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47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71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8F09C26-90DA-4065-A292-4A835D6E5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表 2">
            <a:extLst>
              <a:ext uri="{FF2B5EF4-FFF2-40B4-BE49-F238E27FC236}">
                <a16:creationId xmlns:a16="http://schemas.microsoft.com/office/drawing/2014/main" id="{096E9D75-5DD4-4563-A4B7-B68F2E017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80882"/>
              </p:ext>
            </p:extLst>
          </p:nvPr>
        </p:nvGraphicFramePr>
        <p:xfrm>
          <a:off x="3278909" y="4159056"/>
          <a:ext cx="477404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4045">
                  <a:extLst>
                    <a:ext uri="{9D8B030D-6E8A-4147-A177-3AD203B41FA5}">
                      <a16:colId xmlns:a16="http://schemas.microsoft.com/office/drawing/2014/main" val="111214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詳細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1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Press</a:t>
                      </a:r>
                      <a:r>
                        <a:rPr kumimoji="1" lang="ja-JP" altLang="en-US" dirty="0"/>
                        <a:t>〇〇</a:t>
                      </a:r>
                      <a:r>
                        <a:rPr kumimoji="1" lang="en-US" altLang="ja-JP" dirty="0"/>
                        <a:t>Key</a:t>
                      </a:r>
                      <a:r>
                        <a:rPr kumimoji="1" lang="ja-JP" altLang="en-US" dirty="0"/>
                        <a:t>の文字をタイトル画面の下に表示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8620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Press</a:t>
                      </a:r>
                      <a:r>
                        <a:rPr kumimoji="1" lang="ja-JP" altLang="en-US" dirty="0"/>
                        <a:t>〇〇</a:t>
                      </a:r>
                      <a:r>
                        <a:rPr kumimoji="1" lang="en-US" altLang="ja-JP" dirty="0"/>
                        <a:t>Key</a:t>
                      </a:r>
                      <a:r>
                        <a:rPr kumimoji="1" lang="ja-JP" altLang="en-US" dirty="0"/>
                        <a:t>の文字をゆっくり点滅させる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117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オプションメニュー（検討）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02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夕焼けのような色合いの背景を使用する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9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79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ＭＳ Ｐゴシック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翔陽</dc:creator>
  <cp:lastModifiedBy>田中　裕哉</cp:lastModifiedBy>
  <cp:revision>3</cp:revision>
  <dcterms:created xsi:type="dcterms:W3CDTF">2026-02-05T02:50:11Z</dcterms:created>
  <dcterms:modified xsi:type="dcterms:W3CDTF">2026-02-06T02:04:01Z</dcterms:modified>
</cp:coreProperties>
</file>