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02B080F-A3B9-48A4-8BB2-8F90E683BE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091FA5C-583C-466B-9A52-D144B6DD65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CDFEC47-6813-4FD6-86B1-F20BC7C96C8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7F8C306-A8F6-4942-97D0-C7DA3DD9419B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2E453BD-C6A6-469A-B5F0-357BE72DD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339F04F-FB29-4C91-919D-FA09F9C35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DE7580A-C3A4-4031-8E90-90D5451F8C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42331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14A601F-0613-4964-A9B2-CAA45881F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B576251-92D8-4ABE-9D6F-53F34F1654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56AD6B3-1E2B-4665-AC75-6B843ECE62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7F8C306-A8F6-4942-97D0-C7DA3DD9419B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E2F2BAA-0B69-4820-AE3C-FC8C711E3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B9049AE-1741-4154-8D87-DC69521F9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DE7580A-C3A4-4031-8E90-90D5451F8C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8516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E90552-AF4B-4278-A80D-C2D5CAE1DF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D83523-9D51-4F5D-9217-E342F4E13C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31385A1-5C70-4223-99A5-86EBD5562A5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7F8C306-A8F6-4942-97D0-C7DA3DD9419B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0F62277-EF2C-4947-B669-475549A99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7B3BC25-A14C-497A-A0C6-3EE826B21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DE7580A-C3A4-4031-8E90-90D5451F8C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74301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47A4AA9-DC3E-4BB4-9C71-C46C2CD679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53C6850-9695-4A14-A3E8-FF1886CAB1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EABD3FE-F68A-440B-9660-9B3CFE001E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E0ED466-1D20-4E72-8E76-D2D7B214529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7F8C306-A8F6-4942-97D0-C7DA3DD9419B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3F264AE-CD75-41FA-AE97-8F15340C4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C3702E6-392E-4131-BEE5-DA5BBF460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DE7580A-C3A4-4031-8E90-90D5451F8C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35211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0900E74-7E56-43F5-899C-1F04C314D0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5AC325E-877A-4B25-82F5-68059B7342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D875ADC-C424-4379-977A-D96BBD75EA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16F8250-D1F6-4BC7-8DFD-509323E4F8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04F1104-602F-44C9-8C56-C23E134697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0402DB6-5BCB-4874-A37B-8AC0635C24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7F8C306-A8F6-4942-97D0-C7DA3DD9419B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0FAA4BA-BA6B-4868-B7A7-0A35F9ADAA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E28EDA0-1BD1-42D1-9FC9-5C0057D2C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DE7580A-C3A4-4031-8E90-90D5451F8C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288122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757C297-FBC3-472E-BCC6-93423BF54C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B72A4A5-F1AF-4293-B354-C0DFE9E3E66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7F8C306-A8F6-4942-97D0-C7DA3DD9419B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A3183A3-A5D1-4FD4-9490-6C9D055485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6E7CE1E-9E40-4A3A-B78D-4CD1AC702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DE7580A-C3A4-4031-8E90-90D5451F8C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0045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34EF492-C576-4661-96E3-C4708AD3EC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7F8C306-A8F6-4942-97D0-C7DA3DD9419B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FC412721-E0FE-4450-80F4-2E57E4DF3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454D13-706D-476C-979D-6FE472CBD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DE7580A-C3A4-4031-8E90-90D5451F8C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749793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655235F-E180-457B-8759-E4184CCFF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98E17A1-724B-41FB-B523-33AB838390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B34A894-E992-458F-813C-ABA7D2432F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475DBCE-D1B3-4DD6-B650-2D7F756DC5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7F8C306-A8F6-4942-97D0-C7DA3DD9419B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DC2542C-BDDF-4E86-AC1B-BD770E0C0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0DED0C0-AE32-4085-9416-A0FAB4682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DE7580A-C3A4-4031-8E90-90D5451F8C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589405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6091C8-5C34-48DF-B708-FBC1F9CD9C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EE8C19F-9829-42ED-BF64-78D248AD44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7E40F3D-F9C1-4ECD-B7B7-22A4F77F61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C9D55F4-3C9B-49D5-AD30-8CADB0A0E6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7F8C306-A8F6-4942-97D0-C7DA3DD9419B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2BCC29B-4A20-4ACB-B44B-A696E58B6F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696C0E8-40F6-4E40-89FF-6E1029E8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DE7580A-C3A4-4031-8E90-90D5451F8C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04219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A3253A-D895-42B7-8D9E-5BA0AFADA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62FDDA6-ABB7-4523-AB8F-70FF2452F9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8951B13-AF4C-482D-83E9-6FE7CC2084F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7F8C306-A8F6-4942-97D0-C7DA3DD9419B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327031E-360D-4913-B60E-10A1EC6EB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E2B109A-5F30-445E-A432-C8B2889A4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DE7580A-C3A4-4031-8E90-90D5451F8C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03674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7E2A9D3-6106-41CF-9365-879406991A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B912EAC-68AF-4AEE-A19A-9F6B255B8C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1567837-5E0E-40F6-859A-4B1094EFC21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7F8C306-A8F6-4942-97D0-C7DA3DD9419B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EA74D6-97D0-411A-A39D-D62F4D81D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6571CA7-39C0-4B9A-B4CA-1A68B97B8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DE7580A-C3A4-4031-8E90-90D5451F8C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14760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27112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38F09C26-90DA-4065-A292-4A835D6E57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5" name="表 2">
            <a:extLst>
              <a:ext uri="{FF2B5EF4-FFF2-40B4-BE49-F238E27FC236}">
                <a16:creationId xmlns:a16="http://schemas.microsoft.com/office/drawing/2014/main" id="{096E9D75-5DD4-4563-A4B7-B68F2E017D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765138"/>
              </p:ext>
            </p:extLst>
          </p:nvPr>
        </p:nvGraphicFramePr>
        <p:xfrm>
          <a:off x="3684494" y="3908611"/>
          <a:ext cx="4823011" cy="23646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823011">
                  <a:extLst>
                    <a:ext uri="{9D8B030D-6E8A-4147-A177-3AD203B41FA5}">
                      <a16:colId xmlns:a16="http://schemas.microsoft.com/office/drawing/2014/main" val="1112141746"/>
                    </a:ext>
                  </a:extLst>
                </a:gridCol>
              </a:tblGrid>
              <a:tr h="472924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>
                          <a:solidFill>
                            <a:schemeClr val="bg1"/>
                          </a:solidFill>
                        </a:rPr>
                        <a:t>詳細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113844"/>
                  </a:ext>
                </a:extLst>
              </a:tr>
              <a:tr h="472924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Press</a:t>
                      </a:r>
                      <a:r>
                        <a:rPr kumimoji="1" lang="ja-JP" altLang="en-US" dirty="0"/>
                        <a:t>〇〇</a:t>
                      </a:r>
                      <a:r>
                        <a:rPr kumimoji="1" lang="en-US" altLang="ja-JP" dirty="0"/>
                        <a:t>Key</a:t>
                      </a:r>
                      <a:r>
                        <a:rPr kumimoji="1" lang="ja-JP" altLang="en-US" dirty="0"/>
                        <a:t>の文字をタイトル画面の下に表示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838620246"/>
                  </a:ext>
                </a:extLst>
              </a:tr>
              <a:tr h="472924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Press</a:t>
                      </a:r>
                      <a:r>
                        <a:rPr kumimoji="1" lang="ja-JP" altLang="en-US" dirty="0"/>
                        <a:t>〇〇</a:t>
                      </a:r>
                      <a:r>
                        <a:rPr kumimoji="1" lang="en-US" altLang="ja-JP" dirty="0"/>
                        <a:t>Key</a:t>
                      </a:r>
                      <a:r>
                        <a:rPr kumimoji="1" lang="ja-JP" altLang="en-US" dirty="0"/>
                        <a:t>の文字をゆっくり点滅させる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881170848"/>
                  </a:ext>
                </a:extLst>
              </a:tr>
              <a:tr h="4729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dirty="0"/>
                        <a:t>オプションメニュー（検討）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4265022681"/>
                  </a:ext>
                </a:extLst>
              </a:tr>
              <a:tr h="4729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dirty="0"/>
                        <a:t>夕焼けのような色合いの背景を使用する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45966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67948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ユーザー定義 1">
      <a:majorFont>
        <a:latin typeface="ＭＳ Ｐゴシック"/>
        <a:ea typeface="ＭＳ Ｐゴシック"/>
        <a:cs typeface=""/>
      </a:majorFont>
      <a:minorFont>
        <a:latin typeface="ＭＳ Ｐゴシック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36</Words>
  <Application>Microsoft Office PowerPoint</Application>
  <PresentationFormat>ワイド画面</PresentationFormat>
  <Paragraphs>5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4" baseType="lpstr">
      <vt:lpstr>ＭＳ Ｐゴシック</vt:lpstr>
      <vt:lpstr>Arial</vt:lpstr>
      <vt:lpstr>Office テーマ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田中　翔陽</dc:creator>
  <cp:lastModifiedBy>田中　裕哉</cp:lastModifiedBy>
  <cp:revision>4</cp:revision>
  <dcterms:created xsi:type="dcterms:W3CDTF">2026-02-05T02:50:11Z</dcterms:created>
  <dcterms:modified xsi:type="dcterms:W3CDTF">2026-02-09T00:37:52Z</dcterms:modified>
</cp:coreProperties>
</file>